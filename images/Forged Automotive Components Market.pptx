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747" r:id="rId5"/>
    <p:sldId id="749" r:id="rId6"/>
  </p:sldIdLst>
  <p:sldSz cx="100584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4280"/>
    <a:srgbClr val="DFDFDF"/>
    <a:srgbClr val="A1A1A1"/>
    <a:srgbClr val="00415D"/>
    <a:srgbClr val="2774B5"/>
    <a:srgbClr val="EEB66B"/>
    <a:srgbClr val="0082BA"/>
    <a:srgbClr val="31C9C5"/>
    <a:srgbClr val="B1CDCD"/>
    <a:srgbClr val="AFE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5258" autoAdjust="0"/>
  </p:normalViewPr>
  <p:slideViewPr>
    <p:cSldViewPr snapToGrid="0">
      <p:cViewPr>
        <p:scale>
          <a:sx n="100" d="100"/>
          <a:sy n="100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phic Artist" userId="0938df21-b6eb-4feb-8bce-ff3880cc88dd" providerId="ADAL" clId="{4537D6D7-EEE9-4652-8191-C6D07A54EB1D}"/>
    <pc:docChg chg="undo custSel modSld">
      <pc:chgData name="Graphic Artist" userId="0938df21-b6eb-4feb-8bce-ff3880cc88dd" providerId="ADAL" clId="{4537D6D7-EEE9-4652-8191-C6D07A54EB1D}" dt="2025-03-12T11:30:19.702" v="23" actId="1076"/>
      <pc:docMkLst>
        <pc:docMk/>
      </pc:docMkLst>
      <pc:sldChg chg="modSp mod">
        <pc:chgData name="Graphic Artist" userId="0938df21-b6eb-4feb-8bce-ff3880cc88dd" providerId="ADAL" clId="{4537D6D7-EEE9-4652-8191-C6D07A54EB1D}" dt="2025-03-12T11:30:19.702" v="23" actId="1076"/>
        <pc:sldMkLst>
          <pc:docMk/>
          <pc:sldMk cId="2524049183" sldId="747"/>
        </pc:sldMkLst>
        <pc:spChg chg="mod">
          <ac:chgData name="Graphic Artist" userId="0938df21-b6eb-4feb-8bce-ff3880cc88dd" providerId="ADAL" clId="{4537D6D7-EEE9-4652-8191-C6D07A54EB1D}" dt="2025-03-12T11:28:22.848" v="11" actId="20577"/>
          <ac:spMkLst>
            <pc:docMk/>
            <pc:sldMk cId="2524049183" sldId="747"/>
            <ac:spMk id="16" creationId="{00000000-0000-0000-0000-000000000000}"/>
          </ac:spMkLst>
        </pc:spChg>
        <pc:spChg chg="mod">
          <ac:chgData name="Graphic Artist" userId="0938df21-b6eb-4feb-8bce-ff3880cc88dd" providerId="ADAL" clId="{4537D6D7-EEE9-4652-8191-C6D07A54EB1D}" dt="2025-03-12T11:29:43.307" v="14"/>
          <ac:spMkLst>
            <pc:docMk/>
            <pc:sldMk cId="2524049183" sldId="747"/>
            <ac:spMk id="45" creationId="{00000000-0000-0000-0000-000000000000}"/>
          </ac:spMkLst>
        </pc:spChg>
        <pc:spChg chg="mod">
          <ac:chgData name="Graphic Artist" userId="0938df21-b6eb-4feb-8bce-ff3880cc88dd" providerId="ADAL" clId="{4537D6D7-EEE9-4652-8191-C6D07A54EB1D}" dt="2025-03-12T11:30:19.702" v="23" actId="1076"/>
          <ac:spMkLst>
            <pc:docMk/>
            <pc:sldMk cId="2524049183" sldId="747"/>
            <ac:spMk id="46" creationId="{00000000-0000-0000-0000-000000000000}"/>
          </ac:spMkLst>
        </pc:spChg>
        <pc:spChg chg="mod">
          <ac:chgData name="Graphic Artist" userId="0938df21-b6eb-4feb-8bce-ff3880cc88dd" providerId="ADAL" clId="{4537D6D7-EEE9-4652-8191-C6D07A54EB1D}" dt="2025-03-12T11:29:11.897" v="12"/>
          <ac:spMkLst>
            <pc:docMk/>
            <pc:sldMk cId="2524049183" sldId="747"/>
            <ac:spMk id="50" creationId="{00000000-0000-0000-0000-000000000000}"/>
          </ac:spMkLst>
        </pc:spChg>
        <pc:spChg chg="mod">
          <ac:chgData name="Graphic Artist" userId="0938df21-b6eb-4feb-8bce-ff3880cc88dd" providerId="ADAL" clId="{4537D6D7-EEE9-4652-8191-C6D07A54EB1D}" dt="2025-03-12T11:29:20.307" v="13"/>
          <ac:spMkLst>
            <pc:docMk/>
            <pc:sldMk cId="2524049183" sldId="747"/>
            <ac:spMk id="5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2086976036402706E-2"/>
          <c:y val="7.2880152099244144E-2"/>
          <c:w val="0.4157528899655773"/>
          <c:h val="0.8766643579858944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63B-4C24-8CB9-883DFEF7924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63B-4C24-8CB9-883DFEF7924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63B-4C24-8CB9-883DFEF7924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63B-4C24-8CB9-883DFEF7924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63B-4C24-8CB9-883DFEF7924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63B-4C24-8CB9-883DFEF7924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63B-4C24-8CB9-883DFEF7924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063B-4C24-8CB9-883DFEF7924C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063B-4C24-8CB9-883DFEF7924C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063B-4C24-8CB9-883DFEF7924C}"/>
              </c:ext>
            </c:extLst>
          </c:dPt>
          <c:cat>
            <c:strRef>
              <c:f>Sheet1!$A$2:$A$11</c:f>
              <c:strCache>
                <c:ptCount val="3"/>
                <c:pt idx="0">
                  <c:v>Immunotherapy</c:v>
                </c:pt>
                <c:pt idx="1">
                  <c:v>S12</c:v>
                </c:pt>
                <c:pt idx="2">
                  <c:v>S13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0.48599999999999999</c:v>
                </c:pt>
                <c:pt idx="1">
                  <c:v>0.25700000000000001</c:v>
                </c:pt>
                <c:pt idx="2">
                  <c:v>0.25700000000000001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14-4908-8607-F64B6EA6AB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425398913537491E-2"/>
          <c:y val="4.449775935240928E-2"/>
          <c:w val="0.4217347350844825"/>
          <c:h val="0.9337748190887971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613-4E6D-8034-1F60B2E622B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613-4E6D-8034-1F60B2E622B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613-4E6D-8034-1F60B2E622B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613-4E6D-8034-1F60B2E622B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613-4E6D-8034-1F60B2E622B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613-4E6D-8034-1F60B2E622B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613-4E6D-8034-1F60B2E622B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F613-4E6D-8034-1F60B2E622B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F613-4E6D-8034-1F60B2E622B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F613-4E6D-8034-1F60B2E622BD}"/>
              </c:ext>
            </c:extLst>
          </c:dPt>
          <c:cat>
            <c:strRef>
              <c:f>Sheet1!$A$2:$A$11</c:f>
              <c:strCache>
                <c:ptCount val="3"/>
                <c:pt idx="0">
                  <c:v>Oral</c:v>
                </c:pt>
                <c:pt idx="1">
                  <c:v>S22</c:v>
                </c:pt>
                <c:pt idx="2">
                  <c:v>S23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0.70199999999999996</c:v>
                </c:pt>
                <c:pt idx="1">
                  <c:v>0.14900000000000002</c:v>
                </c:pt>
                <c:pt idx="2">
                  <c:v>0.14900000000000002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10-484C-9958-45AE77DA52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5B71E-CD0B-4E6E-93BA-185C491C3A0E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143000"/>
            <a:ext cx="4524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87B0E-8739-48F7-AADE-F1C531232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58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0.jpg"/><Relationship Id="rId4" Type="http://schemas.openxmlformats.org/officeDocument/2006/relationships/image" Target="../media/image3.jp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Photo abstract plexus background with connected lines and dots wave flow plexus geometric effect big data">
            <a:extLst>
              <a:ext uri="{FF2B5EF4-FFF2-40B4-BE49-F238E27FC236}">
                <a16:creationId xmlns:a16="http://schemas.microsoft.com/office/drawing/2014/main" id="{5DC704E1-A6EA-75BB-BC98-9764A71F63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10" t="9826" b="-1017"/>
          <a:stretch/>
        </p:blipFill>
        <p:spPr bwMode="auto">
          <a:xfrm>
            <a:off x="-99898" y="-38501"/>
            <a:ext cx="10158297" cy="7035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close-up of hands pointing at a graph&#10;&#10;Description automatically generated">
            <a:extLst>
              <a:ext uri="{FF2B5EF4-FFF2-40B4-BE49-F238E27FC236}">
                <a16:creationId xmlns:a16="http://schemas.microsoft.com/office/drawing/2014/main" id="{A8A51E8D-530F-0380-2F27-AD593EC05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5" t="-1715" r="47108" b="100000"/>
          <a:stretch>
            <a:fillRect/>
          </a:stretch>
        </p:blipFill>
        <p:spPr>
          <a:xfrm>
            <a:off x="2964690" y="2417084"/>
            <a:ext cx="136946" cy="68473"/>
          </a:xfrm>
          <a:custGeom>
            <a:avLst/>
            <a:gdLst>
              <a:gd name="connsiteX0" fmla="*/ 68473 w 136946"/>
              <a:gd name="connsiteY0" fmla="*/ 0 h 68473"/>
              <a:gd name="connsiteX1" fmla="*/ 136946 w 136946"/>
              <a:gd name="connsiteY1" fmla="*/ 68473 h 68473"/>
              <a:gd name="connsiteX2" fmla="*/ 0 w 136946"/>
              <a:gd name="connsiteY2" fmla="*/ 68473 h 68473"/>
              <a:gd name="connsiteX3" fmla="*/ 68473 w 136946"/>
              <a:gd name="connsiteY3" fmla="*/ 0 h 68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946" h="68473">
                <a:moveTo>
                  <a:pt x="68473" y="0"/>
                </a:moveTo>
                <a:lnTo>
                  <a:pt x="136946" y="68473"/>
                </a:lnTo>
                <a:lnTo>
                  <a:pt x="0" y="68473"/>
                </a:lnTo>
                <a:lnTo>
                  <a:pt x="68473" y="0"/>
                </a:lnTo>
                <a:close/>
              </a:path>
            </a:pathLst>
          </a:cu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3171833-FB68-4DE9-BB68-FF391CD72F86}"/>
              </a:ext>
            </a:extLst>
          </p:cNvPr>
          <p:cNvSpPr/>
          <p:nvPr/>
        </p:nvSpPr>
        <p:spPr>
          <a:xfrm rot="18840643">
            <a:off x="5728108" y="593360"/>
            <a:ext cx="5977014" cy="4285396"/>
          </a:xfrm>
          <a:custGeom>
            <a:avLst/>
            <a:gdLst>
              <a:gd name="connsiteX0" fmla="*/ 4923506 w 6316869"/>
              <a:gd name="connsiteY0" fmla="*/ 0 h 4593679"/>
              <a:gd name="connsiteX1" fmla="*/ 6316869 w 6316869"/>
              <a:gd name="connsiteY1" fmla="*/ 1442329 h 4593679"/>
              <a:gd name="connsiteX2" fmla="*/ 3054771 w 6316869"/>
              <a:gd name="connsiteY2" fmla="*/ 4593679 h 4593679"/>
              <a:gd name="connsiteX3" fmla="*/ 0 w 6316869"/>
              <a:gd name="connsiteY3" fmla="*/ 4593679 h 4593679"/>
              <a:gd name="connsiteX4" fmla="*/ 1 w 6316869"/>
              <a:gd name="connsiteY4" fmla="*/ 0 h 4593679"/>
              <a:gd name="connsiteX5" fmla="*/ 4923506 w 6316869"/>
              <a:gd name="connsiteY5" fmla="*/ 0 h 4593679"/>
              <a:gd name="connsiteX0" fmla="*/ 4923506 w 5580920"/>
              <a:gd name="connsiteY0" fmla="*/ 0 h 4593679"/>
              <a:gd name="connsiteX1" fmla="*/ 5580920 w 5580920"/>
              <a:gd name="connsiteY1" fmla="*/ 1494305 h 4593679"/>
              <a:gd name="connsiteX2" fmla="*/ 3054771 w 5580920"/>
              <a:gd name="connsiteY2" fmla="*/ 4593679 h 4593679"/>
              <a:gd name="connsiteX3" fmla="*/ 0 w 5580920"/>
              <a:gd name="connsiteY3" fmla="*/ 4593679 h 4593679"/>
              <a:gd name="connsiteX4" fmla="*/ 1 w 5580920"/>
              <a:gd name="connsiteY4" fmla="*/ 0 h 4593679"/>
              <a:gd name="connsiteX5" fmla="*/ 4923506 w 5580920"/>
              <a:gd name="connsiteY5" fmla="*/ 0 h 4593679"/>
              <a:gd name="connsiteX0" fmla="*/ 4622376 w 5580920"/>
              <a:gd name="connsiteY0" fmla="*/ 71245 h 4593679"/>
              <a:gd name="connsiteX1" fmla="*/ 5580920 w 5580920"/>
              <a:gd name="connsiteY1" fmla="*/ 1494305 h 4593679"/>
              <a:gd name="connsiteX2" fmla="*/ 3054771 w 5580920"/>
              <a:gd name="connsiteY2" fmla="*/ 4593679 h 4593679"/>
              <a:gd name="connsiteX3" fmla="*/ 0 w 5580920"/>
              <a:gd name="connsiteY3" fmla="*/ 4593679 h 4593679"/>
              <a:gd name="connsiteX4" fmla="*/ 1 w 5580920"/>
              <a:gd name="connsiteY4" fmla="*/ 0 h 4593679"/>
              <a:gd name="connsiteX5" fmla="*/ 4622376 w 5580920"/>
              <a:gd name="connsiteY5" fmla="*/ 71245 h 4593679"/>
              <a:gd name="connsiteX0" fmla="*/ 4622376 w 5859552"/>
              <a:gd name="connsiteY0" fmla="*/ 71245 h 4593679"/>
              <a:gd name="connsiteX1" fmla="*/ 5859552 w 5859552"/>
              <a:gd name="connsiteY1" fmla="*/ 1363867 h 4593679"/>
              <a:gd name="connsiteX2" fmla="*/ 3054771 w 5859552"/>
              <a:gd name="connsiteY2" fmla="*/ 4593679 h 4593679"/>
              <a:gd name="connsiteX3" fmla="*/ 0 w 5859552"/>
              <a:gd name="connsiteY3" fmla="*/ 4593679 h 4593679"/>
              <a:gd name="connsiteX4" fmla="*/ 1 w 5859552"/>
              <a:gd name="connsiteY4" fmla="*/ 0 h 4593679"/>
              <a:gd name="connsiteX5" fmla="*/ 4622376 w 5859552"/>
              <a:gd name="connsiteY5" fmla="*/ 71245 h 4593679"/>
              <a:gd name="connsiteX0" fmla="*/ 4622376 w 5859552"/>
              <a:gd name="connsiteY0" fmla="*/ 71245 h 4593679"/>
              <a:gd name="connsiteX1" fmla="*/ 5859552 w 5859552"/>
              <a:gd name="connsiteY1" fmla="*/ 1363867 h 4593679"/>
              <a:gd name="connsiteX2" fmla="*/ 2762869 w 5859552"/>
              <a:gd name="connsiteY2" fmla="*/ 4471031 h 4593679"/>
              <a:gd name="connsiteX3" fmla="*/ 0 w 5859552"/>
              <a:gd name="connsiteY3" fmla="*/ 4593679 h 4593679"/>
              <a:gd name="connsiteX4" fmla="*/ 1 w 5859552"/>
              <a:gd name="connsiteY4" fmla="*/ 0 h 4593679"/>
              <a:gd name="connsiteX5" fmla="*/ 4622376 w 5859552"/>
              <a:gd name="connsiteY5" fmla="*/ 71245 h 4593679"/>
              <a:gd name="connsiteX0" fmla="*/ 4622376 w 5859552"/>
              <a:gd name="connsiteY0" fmla="*/ 71245 h 4593679"/>
              <a:gd name="connsiteX1" fmla="*/ 5859552 w 5859552"/>
              <a:gd name="connsiteY1" fmla="*/ 1363867 h 4593679"/>
              <a:gd name="connsiteX2" fmla="*/ 2658069 w 5859552"/>
              <a:gd name="connsiteY2" fmla="*/ 4410418 h 4593679"/>
              <a:gd name="connsiteX3" fmla="*/ 0 w 5859552"/>
              <a:gd name="connsiteY3" fmla="*/ 4593679 h 4593679"/>
              <a:gd name="connsiteX4" fmla="*/ 1 w 5859552"/>
              <a:gd name="connsiteY4" fmla="*/ 0 h 4593679"/>
              <a:gd name="connsiteX5" fmla="*/ 4622376 w 5859552"/>
              <a:gd name="connsiteY5" fmla="*/ 71245 h 4593679"/>
              <a:gd name="connsiteX0" fmla="*/ 4622376 w 5859552"/>
              <a:gd name="connsiteY0" fmla="*/ 71245 h 4593679"/>
              <a:gd name="connsiteX1" fmla="*/ 5859552 w 5859552"/>
              <a:gd name="connsiteY1" fmla="*/ 1363867 h 4593679"/>
              <a:gd name="connsiteX2" fmla="*/ 2610227 w 5859552"/>
              <a:gd name="connsiteY2" fmla="*/ 4456636 h 4593679"/>
              <a:gd name="connsiteX3" fmla="*/ 0 w 5859552"/>
              <a:gd name="connsiteY3" fmla="*/ 4593679 h 4593679"/>
              <a:gd name="connsiteX4" fmla="*/ 1 w 5859552"/>
              <a:gd name="connsiteY4" fmla="*/ 0 h 4593679"/>
              <a:gd name="connsiteX5" fmla="*/ 4622376 w 5859552"/>
              <a:gd name="connsiteY5" fmla="*/ 71245 h 4593679"/>
              <a:gd name="connsiteX0" fmla="*/ 4622376 w 5859552"/>
              <a:gd name="connsiteY0" fmla="*/ 71245 h 4593679"/>
              <a:gd name="connsiteX1" fmla="*/ 5859552 w 5859552"/>
              <a:gd name="connsiteY1" fmla="*/ 1363867 h 4593679"/>
              <a:gd name="connsiteX2" fmla="*/ 2741328 w 5859552"/>
              <a:gd name="connsiteY2" fmla="*/ 4569474 h 4593679"/>
              <a:gd name="connsiteX3" fmla="*/ 0 w 5859552"/>
              <a:gd name="connsiteY3" fmla="*/ 4593679 h 4593679"/>
              <a:gd name="connsiteX4" fmla="*/ 1 w 5859552"/>
              <a:gd name="connsiteY4" fmla="*/ 0 h 4593679"/>
              <a:gd name="connsiteX5" fmla="*/ 4622376 w 5859552"/>
              <a:gd name="connsiteY5" fmla="*/ 71245 h 4593679"/>
              <a:gd name="connsiteX0" fmla="*/ 4622376 w 5859552"/>
              <a:gd name="connsiteY0" fmla="*/ 71245 h 4593679"/>
              <a:gd name="connsiteX1" fmla="*/ 5859552 w 5859552"/>
              <a:gd name="connsiteY1" fmla="*/ 1363867 h 4593679"/>
              <a:gd name="connsiteX2" fmla="*/ 2763092 w 5859552"/>
              <a:gd name="connsiteY2" fmla="*/ 4593538 h 4593679"/>
              <a:gd name="connsiteX3" fmla="*/ 0 w 5859552"/>
              <a:gd name="connsiteY3" fmla="*/ 4593679 h 4593679"/>
              <a:gd name="connsiteX4" fmla="*/ 1 w 5859552"/>
              <a:gd name="connsiteY4" fmla="*/ 0 h 4593679"/>
              <a:gd name="connsiteX5" fmla="*/ 4622376 w 5859552"/>
              <a:gd name="connsiteY5" fmla="*/ 71245 h 4593679"/>
              <a:gd name="connsiteX0" fmla="*/ 4622376 w 5824129"/>
              <a:gd name="connsiteY0" fmla="*/ 71245 h 4593679"/>
              <a:gd name="connsiteX1" fmla="*/ 5824129 w 5824129"/>
              <a:gd name="connsiteY1" fmla="*/ 1372635 h 4593679"/>
              <a:gd name="connsiteX2" fmla="*/ 2763092 w 5824129"/>
              <a:gd name="connsiteY2" fmla="*/ 4593538 h 4593679"/>
              <a:gd name="connsiteX3" fmla="*/ 0 w 5824129"/>
              <a:gd name="connsiteY3" fmla="*/ 4593679 h 4593679"/>
              <a:gd name="connsiteX4" fmla="*/ 1 w 5824129"/>
              <a:gd name="connsiteY4" fmla="*/ 0 h 4593679"/>
              <a:gd name="connsiteX5" fmla="*/ 4622376 w 5824129"/>
              <a:gd name="connsiteY5" fmla="*/ 71245 h 4593679"/>
              <a:gd name="connsiteX0" fmla="*/ 4531082 w 5824129"/>
              <a:gd name="connsiteY0" fmla="*/ 0 h 4604194"/>
              <a:gd name="connsiteX1" fmla="*/ 5824129 w 5824129"/>
              <a:gd name="connsiteY1" fmla="*/ 1383150 h 4604194"/>
              <a:gd name="connsiteX2" fmla="*/ 2763092 w 5824129"/>
              <a:gd name="connsiteY2" fmla="*/ 4604053 h 4604194"/>
              <a:gd name="connsiteX3" fmla="*/ 0 w 5824129"/>
              <a:gd name="connsiteY3" fmla="*/ 4604194 h 4604194"/>
              <a:gd name="connsiteX4" fmla="*/ 1 w 5824129"/>
              <a:gd name="connsiteY4" fmla="*/ 10515 h 4604194"/>
              <a:gd name="connsiteX5" fmla="*/ 4531082 w 5824129"/>
              <a:gd name="connsiteY5" fmla="*/ 0 h 4604194"/>
              <a:gd name="connsiteX0" fmla="*/ 4183997 w 5824129"/>
              <a:gd name="connsiteY0" fmla="*/ 0 h 4959165"/>
              <a:gd name="connsiteX1" fmla="*/ 5824129 w 5824129"/>
              <a:gd name="connsiteY1" fmla="*/ 1738121 h 4959165"/>
              <a:gd name="connsiteX2" fmla="*/ 2763092 w 5824129"/>
              <a:gd name="connsiteY2" fmla="*/ 4959024 h 4959165"/>
              <a:gd name="connsiteX3" fmla="*/ 0 w 5824129"/>
              <a:gd name="connsiteY3" fmla="*/ 4959165 h 4959165"/>
              <a:gd name="connsiteX4" fmla="*/ 1 w 5824129"/>
              <a:gd name="connsiteY4" fmla="*/ 365486 h 4959165"/>
              <a:gd name="connsiteX5" fmla="*/ 4183997 w 5824129"/>
              <a:gd name="connsiteY5" fmla="*/ 0 h 4959165"/>
              <a:gd name="connsiteX0" fmla="*/ 4140669 w 5824129"/>
              <a:gd name="connsiteY0" fmla="*/ 0 h 5007068"/>
              <a:gd name="connsiteX1" fmla="*/ 5824129 w 5824129"/>
              <a:gd name="connsiteY1" fmla="*/ 1786024 h 5007068"/>
              <a:gd name="connsiteX2" fmla="*/ 2763092 w 5824129"/>
              <a:gd name="connsiteY2" fmla="*/ 5006927 h 5007068"/>
              <a:gd name="connsiteX3" fmla="*/ 0 w 5824129"/>
              <a:gd name="connsiteY3" fmla="*/ 5007068 h 5007068"/>
              <a:gd name="connsiteX4" fmla="*/ 1 w 5824129"/>
              <a:gd name="connsiteY4" fmla="*/ 413389 h 5007068"/>
              <a:gd name="connsiteX5" fmla="*/ 4140669 w 5824129"/>
              <a:gd name="connsiteY5" fmla="*/ 0 h 5007068"/>
              <a:gd name="connsiteX0" fmla="*/ 4106310 w 5824129"/>
              <a:gd name="connsiteY0" fmla="*/ 0 h 5064225"/>
              <a:gd name="connsiteX1" fmla="*/ 5824129 w 5824129"/>
              <a:gd name="connsiteY1" fmla="*/ 1843181 h 5064225"/>
              <a:gd name="connsiteX2" fmla="*/ 2763092 w 5824129"/>
              <a:gd name="connsiteY2" fmla="*/ 5064084 h 5064225"/>
              <a:gd name="connsiteX3" fmla="*/ 0 w 5824129"/>
              <a:gd name="connsiteY3" fmla="*/ 5064225 h 5064225"/>
              <a:gd name="connsiteX4" fmla="*/ 1 w 5824129"/>
              <a:gd name="connsiteY4" fmla="*/ 470546 h 5064225"/>
              <a:gd name="connsiteX5" fmla="*/ 4106310 w 5824129"/>
              <a:gd name="connsiteY5" fmla="*/ 0 h 5064225"/>
              <a:gd name="connsiteX0" fmla="*/ 4106310 w 5819338"/>
              <a:gd name="connsiteY0" fmla="*/ 0 h 5064225"/>
              <a:gd name="connsiteX1" fmla="*/ 5819338 w 5819338"/>
              <a:gd name="connsiteY1" fmla="*/ 1866645 h 5064225"/>
              <a:gd name="connsiteX2" fmla="*/ 2763092 w 5819338"/>
              <a:gd name="connsiteY2" fmla="*/ 5064084 h 5064225"/>
              <a:gd name="connsiteX3" fmla="*/ 0 w 5819338"/>
              <a:gd name="connsiteY3" fmla="*/ 5064225 h 5064225"/>
              <a:gd name="connsiteX4" fmla="*/ 1 w 5819338"/>
              <a:gd name="connsiteY4" fmla="*/ 470546 h 5064225"/>
              <a:gd name="connsiteX5" fmla="*/ 4106310 w 5819338"/>
              <a:gd name="connsiteY5" fmla="*/ 0 h 5064225"/>
              <a:gd name="connsiteX0" fmla="*/ 4106310 w 5818271"/>
              <a:gd name="connsiteY0" fmla="*/ 0 h 5064225"/>
              <a:gd name="connsiteX1" fmla="*/ 5818271 w 5818271"/>
              <a:gd name="connsiteY1" fmla="*/ 1932572 h 5064225"/>
              <a:gd name="connsiteX2" fmla="*/ 2763092 w 5818271"/>
              <a:gd name="connsiteY2" fmla="*/ 5064084 h 5064225"/>
              <a:gd name="connsiteX3" fmla="*/ 0 w 5818271"/>
              <a:gd name="connsiteY3" fmla="*/ 5064225 h 5064225"/>
              <a:gd name="connsiteX4" fmla="*/ 1 w 5818271"/>
              <a:gd name="connsiteY4" fmla="*/ 470546 h 5064225"/>
              <a:gd name="connsiteX5" fmla="*/ 4106310 w 5818271"/>
              <a:gd name="connsiteY5" fmla="*/ 0 h 5064225"/>
              <a:gd name="connsiteX0" fmla="*/ 4352979 w 5818271"/>
              <a:gd name="connsiteY0" fmla="*/ 0 h 4772342"/>
              <a:gd name="connsiteX1" fmla="*/ 5818271 w 5818271"/>
              <a:gd name="connsiteY1" fmla="*/ 1640689 h 4772342"/>
              <a:gd name="connsiteX2" fmla="*/ 2763092 w 5818271"/>
              <a:gd name="connsiteY2" fmla="*/ 4772201 h 4772342"/>
              <a:gd name="connsiteX3" fmla="*/ 0 w 5818271"/>
              <a:gd name="connsiteY3" fmla="*/ 4772342 h 4772342"/>
              <a:gd name="connsiteX4" fmla="*/ 1 w 5818271"/>
              <a:gd name="connsiteY4" fmla="*/ 178663 h 4772342"/>
              <a:gd name="connsiteX5" fmla="*/ 4352979 w 5818271"/>
              <a:gd name="connsiteY5" fmla="*/ 0 h 4772342"/>
              <a:gd name="connsiteX0" fmla="*/ 4508809 w 5818271"/>
              <a:gd name="connsiteY0" fmla="*/ 3205 h 4593679"/>
              <a:gd name="connsiteX1" fmla="*/ 5818271 w 5818271"/>
              <a:gd name="connsiteY1" fmla="*/ 1462026 h 4593679"/>
              <a:gd name="connsiteX2" fmla="*/ 2763092 w 5818271"/>
              <a:gd name="connsiteY2" fmla="*/ 4593538 h 4593679"/>
              <a:gd name="connsiteX3" fmla="*/ 0 w 5818271"/>
              <a:gd name="connsiteY3" fmla="*/ 4593679 h 4593679"/>
              <a:gd name="connsiteX4" fmla="*/ 1 w 5818271"/>
              <a:gd name="connsiteY4" fmla="*/ 0 h 4593679"/>
              <a:gd name="connsiteX5" fmla="*/ 4508809 w 5818271"/>
              <a:gd name="connsiteY5" fmla="*/ 3205 h 4593679"/>
              <a:gd name="connsiteX0" fmla="*/ 4719899 w 5818271"/>
              <a:gd name="connsiteY0" fmla="*/ 178458 h 4593679"/>
              <a:gd name="connsiteX1" fmla="*/ 5818271 w 5818271"/>
              <a:gd name="connsiteY1" fmla="*/ 1462026 h 4593679"/>
              <a:gd name="connsiteX2" fmla="*/ 2763092 w 5818271"/>
              <a:gd name="connsiteY2" fmla="*/ 4593538 h 4593679"/>
              <a:gd name="connsiteX3" fmla="*/ 0 w 5818271"/>
              <a:gd name="connsiteY3" fmla="*/ 4593679 h 4593679"/>
              <a:gd name="connsiteX4" fmla="*/ 1 w 5818271"/>
              <a:gd name="connsiteY4" fmla="*/ 0 h 4593679"/>
              <a:gd name="connsiteX5" fmla="*/ 4719899 w 5818271"/>
              <a:gd name="connsiteY5" fmla="*/ 178458 h 4593679"/>
              <a:gd name="connsiteX0" fmla="*/ 4805048 w 5818271"/>
              <a:gd name="connsiteY0" fmla="*/ 287127 h 4593679"/>
              <a:gd name="connsiteX1" fmla="*/ 5818271 w 5818271"/>
              <a:gd name="connsiteY1" fmla="*/ 1462026 h 4593679"/>
              <a:gd name="connsiteX2" fmla="*/ 2763092 w 5818271"/>
              <a:gd name="connsiteY2" fmla="*/ 4593538 h 4593679"/>
              <a:gd name="connsiteX3" fmla="*/ 0 w 5818271"/>
              <a:gd name="connsiteY3" fmla="*/ 4593679 h 4593679"/>
              <a:gd name="connsiteX4" fmla="*/ 1 w 5818271"/>
              <a:gd name="connsiteY4" fmla="*/ 0 h 4593679"/>
              <a:gd name="connsiteX5" fmla="*/ 4805048 w 5818271"/>
              <a:gd name="connsiteY5" fmla="*/ 287127 h 4593679"/>
              <a:gd name="connsiteX0" fmla="*/ 4805048 w 5833322"/>
              <a:gd name="connsiteY0" fmla="*/ 287127 h 4593679"/>
              <a:gd name="connsiteX1" fmla="*/ 5833322 w 5833322"/>
              <a:gd name="connsiteY1" fmla="*/ 1440321 h 4593679"/>
              <a:gd name="connsiteX2" fmla="*/ 2763092 w 5833322"/>
              <a:gd name="connsiteY2" fmla="*/ 4593538 h 4593679"/>
              <a:gd name="connsiteX3" fmla="*/ 0 w 5833322"/>
              <a:gd name="connsiteY3" fmla="*/ 4593679 h 4593679"/>
              <a:gd name="connsiteX4" fmla="*/ 1 w 5833322"/>
              <a:gd name="connsiteY4" fmla="*/ 0 h 4593679"/>
              <a:gd name="connsiteX5" fmla="*/ 4805048 w 5833322"/>
              <a:gd name="connsiteY5" fmla="*/ 287127 h 4593679"/>
              <a:gd name="connsiteX0" fmla="*/ 4790099 w 5833322"/>
              <a:gd name="connsiteY0" fmla="*/ 302552 h 4593679"/>
              <a:gd name="connsiteX1" fmla="*/ 5833322 w 5833322"/>
              <a:gd name="connsiteY1" fmla="*/ 1440321 h 4593679"/>
              <a:gd name="connsiteX2" fmla="*/ 2763092 w 5833322"/>
              <a:gd name="connsiteY2" fmla="*/ 4593538 h 4593679"/>
              <a:gd name="connsiteX3" fmla="*/ 0 w 5833322"/>
              <a:gd name="connsiteY3" fmla="*/ 4593679 h 4593679"/>
              <a:gd name="connsiteX4" fmla="*/ 1 w 5833322"/>
              <a:gd name="connsiteY4" fmla="*/ 0 h 4593679"/>
              <a:gd name="connsiteX5" fmla="*/ 4790099 w 5833322"/>
              <a:gd name="connsiteY5" fmla="*/ 302552 h 4593679"/>
              <a:gd name="connsiteX0" fmla="*/ 4799070 w 5833322"/>
              <a:gd name="connsiteY0" fmla="*/ 293297 h 4593679"/>
              <a:gd name="connsiteX1" fmla="*/ 5833322 w 5833322"/>
              <a:gd name="connsiteY1" fmla="*/ 1440321 h 4593679"/>
              <a:gd name="connsiteX2" fmla="*/ 2763092 w 5833322"/>
              <a:gd name="connsiteY2" fmla="*/ 4593538 h 4593679"/>
              <a:gd name="connsiteX3" fmla="*/ 0 w 5833322"/>
              <a:gd name="connsiteY3" fmla="*/ 4593679 h 4593679"/>
              <a:gd name="connsiteX4" fmla="*/ 1 w 5833322"/>
              <a:gd name="connsiteY4" fmla="*/ 0 h 4593679"/>
              <a:gd name="connsiteX5" fmla="*/ 4799070 w 5833322"/>
              <a:gd name="connsiteY5" fmla="*/ 293297 h 4593679"/>
              <a:gd name="connsiteX0" fmla="*/ 4799070 w 5810316"/>
              <a:gd name="connsiteY0" fmla="*/ 293297 h 4593679"/>
              <a:gd name="connsiteX1" fmla="*/ 5810316 w 5810316"/>
              <a:gd name="connsiteY1" fmla="*/ 1408493 h 4593679"/>
              <a:gd name="connsiteX2" fmla="*/ 2763092 w 5810316"/>
              <a:gd name="connsiteY2" fmla="*/ 4593538 h 4593679"/>
              <a:gd name="connsiteX3" fmla="*/ 0 w 5810316"/>
              <a:gd name="connsiteY3" fmla="*/ 4593679 h 4593679"/>
              <a:gd name="connsiteX4" fmla="*/ 1 w 5810316"/>
              <a:gd name="connsiteY4" fmla="*/ 0 h 4593679"/>
              <a:gd name="connsiteX5" fmla="*/ 4799070 w 5810316"/>
              <a:gd name="connsiteY5" fmla="*/ 293297 h 4593679"/>
              <a:gd name="connsiteX0" fmla="*/ 4799070 w 5827647"/>
              <a:gd name="connsiteY0" fmla="*/ 293297 h 4593679"/>
              <a:gd name="connsiteX1" fmla="*/ 5827647 w 5827647"/>
              <a:gd name="connsiteY1" fmla="*/ 1427655 h 4593679"/>
              <a:gd name="connsiteX2" fmla="*/ 2763092 w 5827647"/>
              <a:gd name="connsiteY2" fmla="*/ 4593538 h 4593679"/>
              <a:gd name="connsiteX3" fmla="*/ 0 w 5827647"/>
              <a:gd name="connsiteY3" fmla="*/ 4593679 h 4593679"/>
              <a:gd name="connsiteX4" fmla="*/ 1 w 5827647"/>
              <a:gd name="connsiteY4" fmla="*/ 0 h 4593679"/>
              <a:gd name="connsiteX5" fmla="*/ 4799070 w 5827647"/>
              <a:gd name="connsiteY5" fmla="*/ 293297 h 4593679"/>
              <a:gd name="connsiteX0" fmla="*/ 4799070 w 5850856"/>
              <a:gd name="connsiteY0" fmla="*/ 293297 h 4593679"/>
              <a:gd name="connsiteX1" fmla="*/ 5850856 w 5850856"/>
              <a:gd name="connsiteY1" fmla="*/ 1446925 h 4593679"/>
              <a:gd name="connsiteX2" fmla="*/ 2763092 w 5850856"/>
              <a:gd name="connsiteY2" fmla="*/ 4593538 h 4593679"/>
              <a:gd name="connsiteX3" fmla="*/ 0 w 5850856"/>
              <a:gd name="connsiteY3" fmla="*/ 4593679 h 4593679"/>
              <a:gd name="connsiteX4" fmla="*/ 1 w 5850856"/>
              <a:gd name="connsiteY4" fmla="*/ 0 h 4593679"/>
              <a:gd name="connsiteX5" fmla="*/ 4799070 w 5850856"/>
              <a:gd name="connsiteY5" fmla="*/ 293297 h 4593679"/>
              <a:gd name="connsiteX0" fmla="*/ 4799070 w 5830636"/>
              <a:gd name="connsiteY0" fmla="*/ 293297 h 4593679"/>
              <a:gd name="connsiteX1" fmla="*/ 5830636 w 5830636"/>
              <a:gd name="connsiteY1" fmla="*/ 1424570 h 4593679"/>
              <a:gd name="connsiteX2" fmla="*/ 2763092 w 5830636"/>
              <a:gd name="connsiteY2" fmla="*/ 4593538 h 4593679"/>
              <a:gd name="connsiteX3" fmla="*/ 0 w 5830636"/>
              <a:gd name="connsiteY3" fmla="*/ 4593679 h 4593679"/>
              <a:gd name="connsiteX4" fmla="*/ 1 w 5830636"/>
              <a:gd name="connsiteY4" fmla="*/ 0 h 4593679"/>
              <a:gd name="connsiteX5" fmla="*/ 4799070 w 5830636"/>
              <a:gd name="connsiteY5" fmla="*/ 293297 h 4593679"/>
              <a:gd name="connsiteX0" fmla="*/ 4799070 w 5830636"/>
              <a:gd name="connsiteY0" fmla="*/ 293297 h 4637208"/>
              <a:gd name="connsiteX1" fmla="*/ 5830636 w 5830636"/>
              <a:gd name="connsiteY1" fmla="*/ 1424570 h 4637208"/>
              <a:gd name="connsiteX2" fmla="*/ 2815865 w 5830636"/>
              <a:gd name="connsiteY2" fmla="*/ 4637208 h 4637208"/>
              <a:gd name="connsiteX3" fmla="*/ 0 w 5830636"/>
              <a:gd name="connsiteY3" fmla="*/ 4593679 h 4637208"/>
              <a:gd name="connsiteX4" fmla="*/ 1 w 5830636"/>
              <a:gd name="connsiteY4" fmla="*/ 0 h 4637208"/>
              <a:gd name="connsiteX5" fmla="*/ 4799070 w 5830636"/>
              <a:gd name="connsiteY5" fmla="*/ 293297 h 4637208"/>
              <a:gd name="connsiteX0" fmla="*/ 4821243 w 5830636"/>
              <a:gd name="connsiteY0" fmla="*/ 153768 h 4637208"/>
              <a:gd name="connsiteX1" fmla="*/ 5830636 w 5830636"/>
              <a:gd name="connsiteY1" fmla="*/ 1424570 h 4637208"/>
              <a:gd name="connsiteX2" fmla="*/ 2815865 w 5830636"/>
              <a:gd name="connsiteY2" fmla="*/ 4637208 h 4637208"/>
              <a:gd name="connsiteX3" fmla="*/ 0 w 5830636"/>
              <a:gd name="connsiteY3" fmla="*/ 4593679 h 4637208"/>
              <a:gd name="connsiteX4" fmla="*/ 1 w 5830636"/>
              <a:gd name="connsiteY4" fmla="*/ 0 h 4637208"/>
              <a:gd name="connsiteX5" fmla="*/ 4821243 w 5830636"/>
              <a:gd name="connsiteY5" fmla="*/ 153768 h 4637208"/>
              <a:gd name="connsiteX0" fmla="*/ 4821243 w 5851659"/>
              <a:gd name="connsiteY0" fmla="*/ 153768 h 4637208"/>
              <a:gd name="connsiteX1" fmla="*/ 5851659 w 5851659"/>
              <a:gd name="connsiteY1" fmla="*/ 1358678 h 4637208"/>
              <a:gd name="connsiteX2" fmla="*/ 2815865 w 5851659"/>
              <a:gd name="connsiteY2" fmla="*/ 4637208 h 4637208"/>
              <a:gd name="connsiteX3" fmla="*/ 0 w 5851659"/>
              <a:gd name="connsiteY3" fmla="*/ 4593679 h 4637208"/>
              <a:gd name="connsiteX4" fmla="*/ 1 w 5851659"/>
              <a:gd name="connsiteY4" fmla="*/ 0 h 4637208"/>
              <a:gd name="connsiteX5" fmla="*/ 4821243 w 5851659"/>
              <a:gd name="connsiteY5" fmla="*/ 153768 h 463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1659" h="4637208">
                <a:moveTo>
                  <a:pt x="4821243" y="153768"/>
                </a:moveTo>
                <a:lnTo>
                  <a:pt x="5851659" y="1358678"/>
                </a:lnTo>
                <a:lnTo>
                  <a:pt x="2815865" y="4637208"/>
                </a:lnTo>
                <a:lnTo>
                  <a:pt x="0" y="4593679"/>
                </a:lnTo>
                <a:cubicBezTo>
                  <a:pt x="0" y="3062453"/>
                  <a:pt x="1" y="1531226"/>
                  <a:pt x="1" y="0"/>
                </a:cubicBezTo>
                <a:lnTo>
                  <a:pt x="4821243" y="153768"/>
                </a:lnTo>
                <a:close/>
              </a:path>
            </a:pathLst>
          </a:custGeom>
          <a:gradFill flip="none" rotWithShape="1">
            <a:gsLst>
              <a:gs pos="38000">
                <a:schemeClr val="accent4"/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 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9787B04-EA7E-B0E7-0CDE-FE2943A7DBB6}"/>
              </a:ext>
            </a:extLst>
          </p:cNvPr>
          <p:cNvSpPr/>
          <p:nvPr/>
        </p:nvSpPr>
        <p:spPr>
          <a:xfrm>
            <a:off x="-28876" y="-38501"/>
            <a:ext cx="1645920" cy="0"/>
          </a:xfrm>
          <a:custGeom>
            <a:avLst/>
            <a:gdLst>
              <a:gd name="connsiteX0" fmla="*/ 0 w 1645920"/>
              <a:gd name="connsiteY0" fmla="*/ 0 h 0"/>
              <a:gd name="connsiteX1" fmla="*/ 1645920 w 164592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45920">
                <a:moveTo>
                  <a:pt x="0" y="0"/>
                </a:moveTo>
                <a:lnTo>
                  <a:pt x="164592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55448" y="5616545"/>
            <a:ext cx="9747504" cy="651731"/>
          </a:xfrm>
        </p:spPr>
        <p:txBody>
          <a:bodyPr>
            <a:noAutofit/>
          </a:bodyPr>
          <a:lstStyle>
            <a:lvl1pPr marL="0" indent="0" algn="l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155448" y="4815851"/>
            <a:ext cx="9213838" cy="715963"/>
          </a:xfrm>
        </p:spPr>
        <p:txBody>
          <a:bodyPr anchor="b">
            <a:noAutofit/>
          </a:bodyPr>
          <a:lstStyle>
            <a:lvl1pPr algn="l">
              <a:defRPr sz="35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sp>
        <p:nvSpPr>
          <p:cNvPr id="18" name="Rectangle 17"/>
          <p:cNvSpPr/>
          <p:nvPr/>
        </p:nvSpPr>
        <p:spPr bwMode="gray">
          <a:xfrm>
            <a:off x="155448" y="5531814"/>
            <a:ext cx="7042912" cy="60653"/>
          </a:xfrm>
          <a:prstGeom prst="rect">
            <a:avLst/>
          </a:prstGeom>
          <a:solidFill>
            <a:srgbClr val="059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r"/>
            <a:endParaRPr lang="en-US" sz="1800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87FBA9-8E3F-08DF-6A0D-9FB77D7D4F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80" y="157832"/>
            <a:ext cx="2089869" cy="718468"/>
          </a:xfrm>
          <a:prstGeom prst="rect">
            <a:avLst/>
          </a:prstGeom>
        </p:spPr>
      </p:pic>
      <p:sp>
        <p:nvSpPr>
          <p:cNvPr id="14" name="Diamond 13">
            <a:extLst>
              <a:ext uri="{FF2B5EF4-FFF2-40B4-BE49-F238E27FC236}">
                <a16:creationId xmlns:a16="http://schemas.microsoft.com/office/drawing/2014/main" id="{13C509AB-44B3-CACA-8199-673809829CDF}"/>
              </a:ext>
            </a:extLst>
          </p:cNvPr>
          <p:cNvSpPr/>
          <p:nvPr/>
        </p:nvSpPr>
        <p:spPr>
          <a:xfrm>
            <a:off x="4095961" y="415604"/>
            <a:ext cx="3960000" cy="39600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6" name="Picture 35" descr="A person touching a screen&#10;&#10;Description automatically generated">
            <a:extLst>
              <a:ext uri="{FF2B5EF4-FFF2-40B4-BE49-F238E27FC236}">
                <a16:creationId xmlns:a16="http://schemas.microsoft.com/office/drawing/2014/main" id="{7E299FE7-FD65-99FD-6E24-1E474E062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16" t="13303" r="31865" b="86537"/>
          <a:stretch/>
        </p:blipFill>
        <p:spPr>
          <a:xfrm>
            <a:off x="4263099" y="974491"/>
            <a:ext cx="14102" cy="7051"/>
          </a:xfrm>
          <a:custGeom>
            <a:avLst/>
            <a:gdLst>
              <a:gd name="connsiteX0" fmla="*/ 7051 w 14102"/>
              <a:gd name="connsiteY0" fmla="*/ 0 h 7051"/>
              <a:gd name="connsiteX1" fmla="*/ 14102 w 14102"/>
              <a:gd name="connsiteY1" fmla="*/ 7051 h 7051"/>
              <a:gd name="connsiteX2" fmla="*/ 0 w 14102"/>
              <a:gd name="connsiteY2" fmla="*/ 7051 h 7051"/>
              <a:gd name="connsiteX3" fmla="*/ 7051 w 14102"/>
              <a:gd name="connsiteY3" fmla="*/ 0 h 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02" h="7051">
                <a:moveTo>
                  <a:pt x="7051" y="0"/>
                </a:moveTo>
                <a:lnTo>
                  <a:pt x="14102" y="7051"/>
                </a:lnTo>
                <a:lnTo>
                  <a:pt x="0" y="7051"/>
                </a:lnTo>
                <a:lnTo>
                  <a:pt x="7051" y="0"/>
                </a:lnTo>
                <a:close/>
              </a:path>
            </a:pathLst>
          </a:custGeom>
        </p:spPr>
      </p:pic>
      <p:pic>
        <p:nvPicPr>
          <p:cNvPr id="33" name="Picture 32" descr="A person touching a screen&#10;&#10;Description automatically generated">
            <a:extLst>
              <a:ext uri="{FF2B5EF4-FFF2-40B4-BE49-F238E27FC236}">
                <a16:creationId xmlns:a16="http://schemas.microsoft.com/office/drawing/2014/main" id="{4F268B85-D25C-15C1-5D38-10EDB46CE3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34" t="100000" r="30282" b="-2481"/>
          <a:stretch/>
        </p:blipFill>
        <p:spPr>
          <a:xfrm>
            <a:off x="4160891" y="4791773"/>
            <a:ext cx="218518" cy="109259"/>
          </a:xfrm>
          <a:custGeom>
            <a:avLst/>
            <a:gdLst>
              <a:gd name="connsiteX0" fmla="*/ 0 w 218518"/>
              <a:gd name="connsiteY0" fmla="*/ 0 h 109259"/>
              <a:gd name="connsiteX1" fmla="*/ 218518 w 218518"/>
              <a:gd name="connsiteY1" fmla="*/ 0 h 109259"/>
              <a:gd name="connsiteX2" fmla="*/ 109259 w 218518"/>
              <a:gd name="connsiteY2" fmla="*/ 109259 h 109259"/>
              <a:gd name="connsiteX3" fmla="*/ 0 w 218518"/>
              <a:gd name="connsiteY3" fmla="*/ 0 h 10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18" h="109259">
                <a:moveTo>
                  <a:pt x="0" y="0"/>
                </a:moveTo>
                <a:lnTo>
                  <a:pt x="218518" y="0"/>
                </a:lnTo>
                <a:lnTo>
                  <a:pt x="109259" y="109259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028" name="Picture 4" descr="Business Consulting Images - Free Download on Freepik">
            <a:extLst>
              <a:ext uri="{FF2B5EF4-FFF2-40B4-BE49-F238E27FC236}">
                <a16:creationId xmlns:a16="http://schemas.microsoft.com/office/drawing/2014/main" id="{7D83A4A9-FD91-A12C-D746-E2F8F9188E2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93" r="16693"/>
          <a:stretch/>
        </p:blipFill>
        <p:spPr bwMode="auto">
          <a:xfrm>
            <a:off x="4275961" y="595604"/>
            <a:ext cx="3600000" cy="3600000"/>
          </a:xfrm>
          <a:prstGeom prst="diamond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A917EA-B501-1B68-565F-B70D97803D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-3771" r="3771"/>
          <a:stretch/>
        </p:blipFill>
        <p:spPr>
          <a:xfrm>
            <a:off x="6100950" y="2572685"/>
            <a:ext cx="3962743" cy="3962743"/>
          </a:xfrm>
          <a:prstGeom prst="rect">
            <a:avLst/>
          </a:prstGeom>
        </p:spPr>
      </p:pic>
      <p:pic>
        <p:nvPicPr>
          <p:cNvPr id="1026" name="Picture 2" descr="Provide consulting to you your business or organization">
            <a:extLst>
              <a:ext uri="{FF2B5EF4-FFF2-40B4-BE49-F238E27FC236}">
                <a16:creationId xmlns:a16="http://schemas.microsoft.com/office/drawing/2014/main" id="{85F762ED-A4B6-24BD-79CD-6ECC38F31E6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3" r="5975"/>
          <a:stretch/>
        </p:blipFill>
        <p:spPr bwMode="auto">
          <a:xfrm>
            <a:off x="6434959" y="2754057"/>
            <a:ext cx="3600000" cy="3600000"/>
          </a:xfrm>
          <a:prstGeom prst="diamond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309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79" userDrawn="1">
          <p15:clr>
            <a:srgbClr val="FBAE40"/>
          </p15:clr>
        </p15:guide>
        <p15:guide id="3" pos="6230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Photo abstract plexus background with connected lines and dots wave flow plexus geometric effect big data">
            <a:extLst>
              <a:ext uri="{FF2B5EF4-FFF2-40B4-BE49-F238E27FC236}">
                <a16:creationId xmlns:a16="http://schemas.microsoft.com/office/drawing/2014/main" id="{5DC704E1-A6EA-75BB-BC98-9764A71F63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10" t="9826" b="-1017"/>
          <a:stretch/>
        </p:blipFill>
        <p:spPr bwMode="auto">
          <a:xfrm>
            <a:off x="-28876" y="-38501"/>
            <a:ext cx="10087276" cy="698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A group of people looking at a graph&#10;&#10;Description automatically generated">
            <a:extLst>
              <a:ext uri="{FF2B5EF4-FFF2-40B4-BE49-F238E27FC236}">
                <a16:creationId xmlns:a16="http://schemas.microsoft.com/office/drawing/2014/main" id="{74913EC7-4227-CA6D-C8E4-8FBF425B36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8" t="1586" r="20961" b="3957"/>
          <a:stretch>
            <a:fillRect/>
          </a:stretch>
        </p:blipFill>
        <p:spPr>
          <a:xfrm>
            <a:off x="1138365" y="602519"/>
            <a:ext cx="3926542" cy="3926541"/>
          </a:xfrm>
          <a:custGeom>
            <a:avLst/>
            <a:gdLst>
              <a:gd name="connsiteX0" fmla="*/ 1963271 w 3926542"/>
              <a:gd name="connsiteY0" fmla="*/ 0 h 3926541"/>
              <a:gd name="connsiteX1" fmla="*/ 3926542 w 3926542"/>
              <a:gd name="connsiteY1" fmla="*/ 1963271 h 3926541"/>
              <a:gd name="connsiteX2" fmla="*/ 1963271 w 3926542"/>
              <a:gd name="connsiteY2" fmla="*/ 3926541 h 3926541"/>
              <a:gd name="connsiteX3" fmla="*/ 0 w 3926542"/>
              <a:gd name="connsiteY3" fmla="*/ 1963271 h 3926541"/>
              <a:gd name="connsiteX4" fmla="*/ 1963271 w 3926542"/>
              <a:gd name="connsiteY4" fmla="*/ 0 h 3926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6542" h="3926541">
                <a:moveTo>
                  <a:pt x="1963271" y="0"/>
                </a:moveTo>
                <a:lnTo>
                  <a:pt x="3926542" y="1963271"/>
                </a:lnTo>
                <a:lnTo>
                  <a:pt x="1963271" y="3926541"/>
                </a:lnTo>
                <a:lnTo>
                  <a:pt x="0" y="1963271"/>
                </a:lnTo>
                <a:lnTo>
                  <a:pt x="1963271" y="0"/>
                </a:lnTo>
                <a:close/>
              </a:path>
            </a:pathLst>
          </a:custGeom>
        </p:spPr>
      </p:pic>
      <p:pic>
        <p:nvPicPr>
          <p:cNvPr id="8" name="Picture 7" descr="A close-up of hands pointing at a graph&#10;&#10;Description automatically generated">
            <a:extLst>
              <a:ext uri="{FF2B5EF4-FFF2-40B4-BE49-F238E27FC236}">
                <a16:creationId xmlns:a16="http://schemas.microsoft.com/office/drawing/2014/main" id="{A8A51E8D-530F-0380-2F27-AD593EC051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5" t="-1715" r="47108" b="100000"/>
          <a:stretch>
            <a:fillRect/>
          </a:stretch>
        </p:blipFill>
        <p:spPr>
          <a:xfrm>
            <a:off x="2964690" y="2417084"/>
            <a:ext cx="136946" cy="68473"/>
          </a:xfrm>
          <a:custGeom>
            <a:avLst/>
            <a:gdLst>
              <a:gd name="connsiteX0" fmla="*/ 68473 w 136946"/>
              <a:gd name="connsiteY0" fmla="*/ 0 h 68473"/>
              <a:gd name="connsiteX1" fmla="*/ 136946 w 136946"/>
              <a:gd name="connsiteY1" fmla="*/ 68473 h 68473"/>
              <a:gd name="connsiteX2" fmla="*/ 0 w 136946"/>
              <a:gd name="connsiteY2" fmla="*/ 68473 h 68473"/>
              <a:gd name="connsiteX3" fmla="*/ 68473 w 136946"/>
              <a:gd name="connsiteY3" fmla="*/ 0 h 68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946" h="68473">
                <a:moveTo>
                  <a:pt x="68473" y="0"/>
                </a:moveTo>
                <a:lnTo>
                  <a:pt x="136946" y="68473"/>
                </a:lnTo>
                <a:lnTo>
                  <a:pt x="0" y="68473"/>
                </a:lnTo>
                <a:lnTo>
                  <a:pt x="68473" y="0"/>
                </a:lnTo>
                <a:close/>
              </a:path>
            </a:pathLst>
          </a:cu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3171833-FB68-4DE9-BB68-FF391CD72F86}"/>
              </a:ext>
            </a:extLst>
          </p:cNvPr>
          <p:cNvSpPr/>
          <p:nvPr/>
        </p:nvSpPr>
        <p:spPr>
          <a:xfrm rot="18840643">
            <a:off x="5612625" y="470860"/>
            <a:ext cx="5937049" cy="4379523"/>
          </a:xfrm>
          <a:custGeom>
            <a:avLst/>
            <a:gdLst>
              <a:gd name="connsiteX0" fmla="*/ 4923506 w 6316869"/>
              <a:gd name="connsiteY0" fmla="*/ 0 h 4593679"/>
              <a:gd name="connsiteX1" fmla="*/ 6316869 w 6316869"/>
              <a:gd name="connsiteY1" fmla="*/ 1442329 h 4593679"/>
              <a:gd name="connsiteX2" fmla="*/ 3054771 w 6316869"/>
              <a:gd name="connsiteY2" fmla="*/ 4593679 h 4593679"/>
              <a:gd name="connsiteX3" fmla="*/ 0 w 6316869"/>
              <a:gd name="connsiteY3" fmla="*/ 4593679 h 4593679"/>
              <a:gd name="connsiteX4" fmla="*/ 1 w 6316869"/>
              <a:gd name="connsiteY4" fmla="*/ 0 h 4593679"/>
              <a:gd name="connsiteX5" fmla="*/ 4923506 w 6316869"/>
              <a:gd name="connsiteY5" fmla="*/ 0 h 4593679"/>
              <a:gd name="connsiteX0" fmla="*/ 4923506 w 5580920"/>
              <a:gd name="connsiteY0" fmla="*/ 0 h 4593679"/>
              <a:gd name="connsiteX1" fmla="*/ 5580920 w 5580920"/>
              <a:gd name="connsiteY1" fmla="*/ 1494305 h 4593679"/>
              <a:gd name="connsiteX2" fmla="*/ 3054771 w 5580920"/>
              <a:gd name="connsiteY2" fmla="*/ 4593679 h 4593679"/>
              <a:gd name="connsiteX3" fmla="*/ 0 w 5580920"/>
              <a:gd name="connsiteY3" fmla="*/ 4593679 h 4593679"/>
              <a:gd name="connsiteX4" fmla="*/ 1 w 5580920"/>
              <a:gd name="connsiteY4" fmla="*/ 0 h 4593679"/>
              <a:gd name="connsiteX5" fmla="*/ 4923506 w 5580920"/>
              <a:gd name="connsiteY5" fmla="*/ 0 h 4593679"/>
              <a:gd name="connsiteX0" fmla="*/ 4622376 w 5580920"/>
              <a:gd name="connsiteY0" fmla="*/ 71245 h 4593679"/>
              <a:gd name="connsiteX1" fmla="*/ 5580920 w 5580920"/>
              <a:gd name="connsiteY1" fmla="*/ 1494305 h 4593679"/>
              <a:gd name="connsiteX2" fmla="*/ 3054771 w 5580920"/>
              <a:gd name="connsiteY2" fmla="*/ 4593679 h 4593679"/>
              <a:gd name="connsiteX3" fmla="*/ 0 w 5580920"/>
              <a:gd name="connsiteY3" fmla="*/ 4593679 h 4593679"/>
              <a:gd name="connsiteX4" fmla="*/ 1 w 5580920"/>
              <a:gd name="connsiteY4" fmla="*/ 0 h 4593679"/>
              <a:gd name="connsiteX5" fmla="*/ 4622376 w 5580920"/>
              <a:gd name="connsiteY5" fmla="*/ 71245 h 4593679"/>
              <a:gd name="connsiteX0" fmla="*/ 4622376 w 5859552"/>
              <a:gd name="connsiteY0" fmla="*/ 71245 h 4593679"/>
              <a:gd name="connsiteX1" fmla="*/ 5859552 w 5859552"/>
              <a:gd name="connsiteY1" fmla="*/ 1363867 h 4593679"/>
              <a:gd name="connsiteX2" fmla="*/ 3054771 w 5859552"/>
              <a:gd name="connsiteY2" fmla="*/ 4593679 h 4593679"/>
              <a:gd name="connsiteX3" fmla="*/ 0 w 5859552"/>
              <a:gd name="connsiteY3" fmla="*/ 4593679 h 4593679"/>
              <a:gd name="connsiteX4" fmla="*/ 1 w 5859552"/>
              <a:gd name="connsiteY4" fmla="*/ 0 h 4593679"/>
              <a:gd name="connsiteX5" fmla="*/ 4622376 w 5859552"/>
              <a:gd name="connsiteY5" fmla="*/ 71245 h 4593679"/>
              <a:gd name="connsiteX0" fmla="*/ 4622376 w 5859552"/>
              <a:gd name="connsiteY0" fmla="*/ 71245 h 4593679"/>
              <a:gd name="connsiteX1" fmla="*/ 5859552 w 5859552"/>
              <a:gd name="connsiteY1" fmla="*/ 1363867 h 4593679"/>
              <a:gd name="connsiteX2" fmla="*/ 2762869 w 5859552"/>
              <a:gd name="connsiteY2" fmla="*/ 4471031 h 4593679"/>
              <a:gd name="connsiteX3" fmla="*/ 0 w 5859552"/>
              <a:gd name="connsiteY3" fmla="*/ 4593679 h 4593679"/>
              <a:gd name="connsiteX4" fmla="*/ 1 w 5859552"/>
              <a:gd name="connsiteY4" fmla="*/ 0 h 4593679"/>
              <a:gd name="connsiteX5" fmla="*/ 4622376 w 5859552"/>
              <a:gd name="connsiteY5" fmla="*/ 71245 h 4593679"/>
              <a:gd name="connsiteX0" fmla="*/ 4622376 w 5859552"/>
              <a:gd name="connsiteY0" fmla="*/ 71245 h 4593679"/>
              <a:gd name="connsiteX1" fmla="*/ 5859552 w 5859552"/>
              <a:gd name="connsiteY1" fmla="*/ 1363867 h 4593679"/>
              <a:gd name="connsiteX2" fmla="*/ 2658069 w 5859552"/>
              <a:gd name="connsiteY2" fmla="*/ 4410418 h 4593679"/>
              <a:gd name="connsiteX3" fmla="*/ 0 w 5859552"/>
              <a:gd name="connsiteY3" fmla="*/ 4593679 h 4593679"/>
              <a:gd name="connsiteX4" fmla="*/ 1 w 5859552"/>
              <a:gd name="connsiteY4" fmla="*/ 0 h 4593679"/>
              <a:gd name="connsiteX5" fmla="*/ 4622376 w 5859552"/>
              <a:gd name="connsiteY5" fmla="*/ 71245 h 4593679"/>
              <a:gd name="connsiteX0" fmla="*/ 4622376 w 5859552"/>
              <a:gd name="connsiteY0" fmla="*/ 71245 h 4593679"/>
              <a:gd name="connsiteX1" fmla="*/ 5859552 w 5859552"/>
              <a:gd name="connsiteY1" fmla="*/ 1363867 h 4593679"/>
              <a:gd name="connsiteX2" fmla="*/ 2610227 w 5859552"/>
              <a:gd name="connsiteY2" fmla="*/ 4456636 h 4593679"/>
              <a:gd name="connsiteX3" fmla="*/ 0 w 5859552"/>
              <a:gd name="connsiteY3" fmla="*/ 4593679 h 4593679"/>
              <a:gd name="connsiteX4" fmla="*/ 1 w 5859552"/>
              <a:gd name="connsiteY4" fmla="*/ 0 h 4593679"/>
              <a:gd name="connsiteX5" fmla="*/ 4622376 w 5859552"/>
              <a:gd name="connsiteY5" fmla="*/ 71245 h 4593679"/>
              <a:gd name="connsiteX0" fmla="*/ 4622376 w 5859552"/>
              <a:gd name="connsiteY0" fmla="*/ 71245 h 4593679"/>
              <a:gd name="connsiteX1" fmla="*/ 5859552 w 5859552"/>
              <a:gd name="connsiteY1" fmla="*/ 1363867 h 4593679"/>
              <a:gd name="connsiteX2" fmla="*/ 2741328 w 5859552"/>
              <a:gd name="connsiteY2" fmla="*/ 4569474 h 4593679"/>
              <a:gd name="connsiteX3" fmla="*/ 0 w 5859552"/>
              <a:gd name="connsiteY3" fmla="*/ 4593679 h 4593679"/>
              <a:gd name="connsiteX4" fmla="*/ 1 w 5859552"/>
              <a:gd name="connsiteY4" fmla="*/ 0 h 4593679"/>
              <a:gd name="connsiteX5" fmla="*/ 4622376 w 5859552"/>
              <a:gd name="connsiteY5" fmla="*/ 71245 h 4593679"/>
              <a:gd name="connsiteX0" fmla="*/ 4622376 w 5859552"/>
              <a:gd name="connsiteY0" fmla="*/ 71245 h 4593679"/>
              <a:gd name="connsiteX1" fmla="*/ 5859552 w 5859552"/>
              <a:gd name="connsiteY1" fmla="*/ 1363867 h 4593679"/>
              <a:gd name="connsiteX2" fmla="*/ 2763092 w 5859552"/>
              <a:gd name="connsiteY2" fmla="*/ 4593538 h 4593679"/>
              <a:gd name="connsiteX3" fmla="*/ 0 w 5859552"/>
              <a:gd name="connsiteY3" fmla="*/ 4593679 h 4593679"/>
              <a:gd name="connsiteX4" fmla="*/ 1 w 5859552"/>
              <a:gd name="connsiteY4" fmla="*/ 0 h 4593679"/>
              <a:gd name="connsiteX5" fmla="*/ 4622376 w 5859552"/>
              <a:gd name="connsiteY5" fmla="*/ 71245 h 4593679"/>
              <a:gd name="connsiteX0" fmla="*/ 4622376 w 5824129"/>
              <a:gd name="connsiteY0" fmla="*/ 71245 h 4593679"/>
              <a:gd name="connsiteX1" fmla="*/ 5824129 w 5824129"/>
              <a:gd name="connsiteY1" fmla="*/ 1372635 h 4593679"/>
              <a:gd name="connsiteX2" fmla="*/ 2763092 w 5824129"/>
              <a:gd name="connsiteY2" fmla="*/ 4593538 h 4593679"/>
              <a:gd name="connsiteX3" fmla="*/ 0 w 5824129"/>
              <a:gd name="connsiteY3" fmla="*/ 4593679 h 4593679"/>
              <a:gd name="connsiteX4" fmla="*/ 1 w 5824129"/>
              <a:gd name="connsiteY4" fmla="*/ 0 h 4593679"/>
              <a:gd name="connsiteX5" fmla="*/ 4622376 w 5824129"/>
              <a:gd name="connsiteY5" fmla="*/ 71245 h 4593679"/>
              <a:gd name="connsiteX0" fmla="*/ 4531082 w 5824129"/>
              <a:gd name="connsiteY0" fmla="*/ 0 h 4604194"/>
              <a:gd name="connsiteX1" fmla="*/ 5824129 w 5824129"/>
              <a:gd name="connsiteY1" fmla="*/ 1383150 h 4604194"/>
              <a:gd name="connsiteX2" fmla="*/ 2763092 w 5824129"/>
              <a:gd name="connsiteY2" fmla="*/ 4604053 h 4604194"/>
              <a:gd name="connsiteX3" fmla="*/ 0 w 5824129"/>
              <a:gd name="connsiteY3" fmla="*/ 4604194 h 4604194"/>
              <a:gd name="connsiteX4" fmla="*/ 1 w 5824129"/>
              <a:gd name="connsiteY4" fmla="*/ 10515 h 4604194"/>
              <a:gd name="connsiteX5" fmla="*/ 4531082 w 5824129"/>
              <a:gd name="connsiteY5" fmla="*/ 0 h 4604194"/>
              <a:gd name="connsiteX0" fmla="*/ 4183997 w 5824129"/>
              <a:gd name="connsiteY0" fmla="*/ 0 h 4959165"/>
              <a:gd name="connsiteX1" fmla="*/ 5824129 w 5824129"/>
              <a:gd name="connsiteY1" fmla="*/ 1738121 h 4959165"/>
              <a:gd name="connsiteX2" fmla="*/ 2763092 w 5824129"/>
              <a:gd name="connsiteY2" fmla="*/ 4959024 h 4959165"/>
              <a:gd name="connsiteX3" fmla="*/ 0 w 5824129"/>
              <a:gd name="connsiteY3" fmla="*/ 4959165 h 4959165"/>
              <a:gd name="connsiteX4" fmla="*/ 1 w 5824129"/>
              <a:gd name="connsiteY4" fmla="*/ 365486 h 4959165"/>
              <a:gd name="connsiteX5" fmla="*/ 4183997 w 5824129"/>
              <a:gd name="connsiteY5" fmla="*/ 0 h 4959165"/>
              <a:gd name="connsiteX0" fmla="*/ 4140669 w 5824129"/>
              <a:gd name="connsiteY0" fmla="*/ 0 h 5007068"/>
              <a:gd name="connsiteX1" fmla="*/ 5824129 w 5824129"/>
              <a:gd name="connsiteY1" fmla="*/ 1786024 h 5007068"/>
              <a:gd name="connsiteX2" fmla="*/ 2763092 w 5824129"/>
              <a:gd name="connsiteY2" fmla="*/ 5006927 h 5007068"/>
              <a:gd name="connsiteX3" fmla="*/ 0 w 5824129"/>
              <a:gd name="connsiteY3" fmla="*/ 5007068 h 5007068"/>
              <a:gd name="connsiteX4" fmla="*/ 1 w 5824129"/>
              <a:gd name="connsiteY4" fmla="*/ 413389 h 5007068"/>
              <a:gd name="connsiteX5" fmla="*/ 4140669 w 5824129"/>
              <a:gd name="connsiteY5" fmla="*/ 0 h 5007068"/>
              <a:gd name="connsiteX0" fmla="*/ 4106310 w 5824129"/>
              <a:gd name="connsiteY0" fmla="*/ 0 h 5064225"/>
              <a:gd name="connsiteX1" fmla="*/ 5824129 w 5824129"/>
              <a:gd name="connsiteY1" fmla="*/ 1843181 h 5064225"/>
              <a:gd name="connsiteX2" fmla="*/ 2763092 w 5824129"/>
              <a:gd name="connsiteY2" fmla="*/ 5064084 h 5064225"/>
              <a:gd name="connsiteX3" fmla="*/ 0 w 5824129"/>
              <a:gd name="connsiteY3" fmla="*/ 5064225 h 5064225"/>
              <a:gd name="connsiteX4" fmla="*/ 1 w 5824129"/>
              <a:gd name="connsiteY4" fmla="*/ 470546 h 5064225"/>
              <a:gd name="connsiteX5" fmla="*/ 4106310 w 5824129"/>
              <a:gd name="connsiteY5" fmla="*/ 0 h 5064225"/>
              <a:gd name="connsiteX0" fmla="*/ 4106310 w 5819338"/>
              <a:gd name="connsiteY0" fmla="*/ 0 h 5064225"/>
              <a:gd name="connsiteX1" fmla="*/ 5819338 w 5819338"/>
              <a:gd name="connsiteY1" fmla="*/ 1866645 h 5064225"/>
              <a:gd name="connsiteX2" fmla="*/ 2763092 w 5819338"/>
              <a:gd name="connsiteY2" fmla="*/ 5064084 h 5064225"/>
              <a:gd name="connsiteX3" fmla="*/ 0 w 5819338"/>
              <a:gd name="connsiteY3" fmla="*/ 5064225 h 5064225"/>
              <a:gd name="connsiteX4" fmla="*/ 1 w 5819338"/>
              <a:gd name="connsiteY4" fmla="*/ 470546 h 5064225"/>
              <a:gd name="connsiteX5" fmla="*/ 4106310 w 5819338"/>
              <a:gd name="connsiteY5" fmla="*/ 0 h 5064225"/>
              <a:gd name="connsiteX0" fmla="*/ 4106310 w 5818271"/>
              <a:gd name="connsiteY0" fmla="*/ 0 h 5064225"/>
              <a:gd name="connsiteX1" fmla="*/ 5818271 w 5818271"/>
              <a:gd name="connsiteY1" fmla="*/ 1932572 h 5064225"/>
              <a:gd name="connsiteX2" fmla="*/ 2763092 w 5818271"/>
              <a:gd name="connsiteY2" fmla="*/ 5064084 h 5064225"/>
              <a:gd name="connsiteX3" fmla="*/ 0 w 5818271"/>
              <a:gd name="connsiteY3" fmla="*/ 5064225 h 5064225"/>
              <a:gd name="connsiteX4" fmla="*/ 1 w 5818271"/>
              <a:gd name="connsiteY4" fmla="*/ 470546 h 5064225"/>
              <a:gd name="connsiteX5" fmla="*/ 4106310 w 5818271"/>
              <a:gd name="connsiteY5" fmla="*/ 0 h 5064225"/>
              <a:gd name="connsiteX0" fmla="*/ 4352979 w 5818271"/>
              <a:gd name="connsiteY0" fmla="*/ 0 h 4772342"/>
              <a:gd name="connsiteX1" fmla="*/ 5818271 w 5818271"/>
              <a:gd name="connsiteY1" fmla="*/ 1640689 h 4772342"/>
              <a:gd name="connsiteX2" fmla="*/ 2763092 w 5818271"/>
              <a:gd name="connsiteY2" fmla="*/ 4772201 h 4772342"/>
              <a:gd name="connsiteX3" fmla="*/ 0 w 5818271"/>
              <a:gd name="connsiteY3" fmla="*/ 4772342 h 4772342"/>
              <a:gd name="connsiteX4" fmla="*/ 1 w 5818271"/>
              <a:gd name="connsiteY4" fmla="*/ 178663 h 4772342"/>
              <a:gd name="connsiteX5" fmla="*/ 4352979 w 5818271"/>
              <a:gd name="connsiteY5" fmla="*/ 0 h 4772342"/>
              <a:gd name="connsiteX0" fmla="*/ 4508809 w 5818271"/>
              <a:gd name="connsiteY0" fmla="*/ 3205 h 4593679"/>
              <a:gd name="connsiteX1" fmla="*/ 5818271 w 5818271"/>
              <a:gd name="connsiteY1" fmla="*/ 1462026 h 4593679"/>
              <a:gd name="connsiteX2" fmla="*/ 2763092 w 5818271"/>
              <a:gd name="connsiteY2" fmla="*/ 4593538 h 4593679"/>
              <a:gd name="connsiteX3" fmla="*/ 0 w 5818271"/>
              <a:gd name="connsiteY3" fmla="*/ 4593679 h 4593679"/>
              <a:gd name="connsiteX4" fmla="*/ 1 w 5818271"/>
              <a:gd name="connsiteY4" fmla="*/ 0 h 4593679"/>
              <a:gd name="connsiteX5" fmla="*/ 4508809 w 5818271"/>
              <a:gd name="connsiteY5" fmla="*/ 3205 h 4593679"/>
              <a:gd name="connsiteX0" fmla="*/ 4719899 w 5818271"/>
              <a:gd name="connsiteY0" fmla="*/ 178458 h 4593679"/>
              <a:gd name="connsiteX1" fmla="*/ 5818271 w 5818271"/>
              <a:gd name="connsiteY1" fmla="*/ 1462026 h 4593679"/>
              <a:gd name="connsiteX2" fmla="*/ 2763092 w 5818271"/>
              <a:gd name="connsiteY2" fmla="*/ 4593538 h 4593679"/>
              <a:gd name="connsiteX3" fmla="*/ 0 w 5818271"/>
              <a:gd name="connsiteY3" fmla="*/ 4593679 h 4593679"/>
              <a:gd name="connsiteX4" fmla="*/ 1 w 5818271"/>
              <a:gd name="connsiteY4" fmla="*/ 0 h 4593679"/>
              <a:gd name="connsiteX5" fmla="*/ 4719899 w 5818271"/>
              <a:gd name="connsiteY5" fmla="*/ 178458 h 4593679"/>
              <a:gd name="connsiteX0" fmla="*/ 4805048 w 5818271"/>
              <a:gd name="connsiteY0" fmla="*/ 287127 h 4593679"/>
              <a:gd name="connsiteX1" fmla="*/ 5818271 w 5818271"/>
              <a:gd name="connsiteY1" fmla="*/ 1462026 h 4593679"/>
              <a:gd name="connsiteX2" fmla="*/ 2763092 w 5818271"/>
              <a:gd name="connsiteY2" fmla="*/ 4593538 h 4593679"/>
              <a:gd name="connsiteX3" fmla="*/ 0 w 5818271"/>
              <a:gd name="connsiteY3" fmla="*/ 4593679 h 4593679"/>
              <a:gd name="connsiteX4" fmla="*/ 1 w 5818271"/>
              <a:gd name="connsiteY4" fmla="*/ 0 h 4593679"/>
              <a:gd name="connsiteX5" fmla="*/ 4805048 w 5818271"/>
              <a:gd name="connsiteY5" fmla="*/ 287127 h 4593679"/>
              <a:gd name="connsiteX0" fmla="*/ 4805048 w 5833322"/>
              <a:gd name="connsiteY0" fmla="*/ 287127 h 4593679"/>
              <a:gd name="connsiteX1" fmla="*/ 5833322 w 5833322"/>
              <a:gd name="connsiteY1" fmla="*/ 1440321 h 4593679"/>
              <a:gd name="connsiteX2" fmla="*/ 2763092 w 5833322"/>
              <a:gd name="connsiteY2" fmla="*/ 4593538 h 4593679"/>
              <a:gd name="connsiteX3" fmla="*/ 0 w 5833322"/>
              <a:gd name="connsiteY3" fmla="*/ 4593679 h 4593679"/>
              <a:gd name="connsiteX4" fmla="*/ 1 w 5833322"/>
              <a:gd name="connsiteY4" fmla="*/ 0 h 4593679"/>
              <a:gd name="connsiteX5" fmla="*/ 4805048 w 5833322"/>
              <a:gd name="connsiteY5" fmla="*/ 287127 h 4593679"/>
              <a:gd name="connsiteX0" fmla="*/ 4790099 w 5833322"/>
              <a:gd name="connsiteY0" fmla="*/ 302552 h 4593679"/>
              <a:gd name="connsiteX1" fmla="*/ 5833322 w 5833322"/>
              <a:gd name="connsiteY1" fmla="*/ 1440321 h 4593679"/>
              <a:gd name="connsiteX2" fmla="*/ 2763092 w 5833322"/>
              <a:gd name="connsiteY2" fmla="*/ 4593538 h 4593679"/>
              <a:gd name="connsiteX3" fmla="*/ 0 w 5833322"/>
              <a:gd name="connsiteY3" fmla="*/ 4593679 h 4593679"/>
              <a:gd name="connsiteX4" fmla="*/ 1 w 5833322"/>
              <a:gd name="connsiteY4" fmla="*/ 0 h 4593679"/>
              <a:gd name="connsiteX5" fmla="*/ 4790099 w 5833322"/>
              <a:gd name="connsiteY5" fmla="*/ 302552 h 4593679"/>
              <a:gd name="connsiteX0" fmla="*/ 4799070 w 5833322"/>
              <a:gd name="connsiteY0" fmla="*/ 293297 h 4593679"/>
              <a:gd name="connsiteX1" fmla="*/ 5833322 w 5833322"/>
              <a:gd name="connsiteY1" fmla="*/ 1440321 h 4593679"/>
              <a:gd name="connsiteX2" fmla="*/ 2763092 w 5833322"/>
              <a:gd name="connsiteY2" fmla="*/ 4593538 h 4593679"/>
              <a:gd name="connsiteX3" fmla="*/ 0 w 5833322"/>
              <a:gd name="connsiteY3" fmla="*/ 4593679 h 4593679"/>
              <a:gd name="connsiteX4" fmla="*/ 1 w 5833322"/>
              <a:gd name="connsiteY4" fmla="*/ 0 h 4593679"/>
              <a:gd name="connsiteX5" fmla="*/ 4799070 w 5833322"/>
              <a:gd name="connsiteY5" fmla="*/ 293297 h 4593679"/>
              <a:gd name="connsiteX0" fmla="*/ 4799070 w 5810316"/>
              <a:gd name="connsiteY0" fmla="*/ 293297 h 4593679"/>
              <a:gd name="connsiteX1" fmla="*/ 5810316 w 5810316"/>
              <a:gd name="connsiteY1" fmla="*/ 1408493 h 4593679"/>
              <a:gd name="connsiteX2" fmla="*/ 2763092 w 5810316"/>
              <a:gd name="connsiteY2" fmla="*/ 4593538 h 4593679"/>
              <a:gd name="connsiteX3" fmla="*/ 0 w 5810316"/>
              <a:gd name="connsiteY3" fmla="*/ 4593679 h 4593679"/>
              <a:gd name="connsiteX4" fmla="*/ 1 w 5810316"/>
              <a:gd name="connsiteY4" fmla="*/ 0 h 4593679"/>
              <a:gd name="connsiteX5" fmla="*/ 4799070 w 5810316"/>
              <a:gd name="connsiteY5" fmla="*/ 293297 h 4593679"/>
              <a:gd name="connsiteX0" fmla="*/ 4799070 w 5827647"/>
              <a:gd name="connsiteY0" fmla="*/ 293297 h 4593679"/>
              <a:gd name="connsiteX1" fmla="*/ 5827647 w 5827647"/>
              <a:gd name="connsiteY1" fmla="*/ 1427655 h 4593679"/>
              <a:gd name="connsiteX2" fmla="*/ 2763092 w 5827647"/>
              <a:gd name="connsiteY2" fmla="*/ 4593538 h 4593679"/>
              <a:gd name="connsiteX3" fmla="*/ 0 w 5827647"/>
              <a:gd name="connsiteY3" fmla="*/ 4593679 h 4593679"/>
              <a:gd name="connsiteX4" fmla="*/ 1 w 5827647"/>
              <a:gd name="connsiteY4" fmla="*/ 0 h 4593679"/>
              <a:gd name="connsiteX5" fmla="*/ 4799070 w 5827647"/>
              <a:gd name="connsiteY5" fmla="*/ 293297 h 4593679"/>
              <a:gd name="connsiteX0" fmla="*/ 4799070 w 5850856"/>
              <a:gd name="connsiteY0" fmla="*/ 293297 h 4593679"/>
              <a:gd name="connsiteX1" fmla="*/ 5850856 w 5850856"/>
              <a:gd name="connsiteY1" fmla="*/ 1446925 h 4593679"/>
              <a:gd name="connsiteX2" fmla="*/ 2763092 w 5850856"/>
              <a:gd name="connsiteY2" fmla="*/ 4593538 h 4593679"/>
              <a:gd name="connsiteX3" fmla="*/ 0 w 5850856"/>
              <a:gd name="connsiteY3" fmla="*/ 4593679 h 4593679"/>
              <a:gd name="connsiteX4" fmla="*/ 1 w 5850856"/>
              <a:gd name="connsiteY4" fmla="*/ 0 h 4593679"/>
              <a:gd name="connsiteX5" fmla="*/ 4799070 w 5850856"/>
              <a:gd name="connsiteY5" fmla="*/ 293297 h 4593679"/>
              <a:gd name="connsiteX0" fmla="*/ 4799070 w 5830636"/>
              <a:gd name="connsiteY0" fmla="*/ 293297 h 4593679"/>
              <a:gd name="connsiteX1" fmla="*/ 5830636 w 5830636"/>
              <a:gd name="connsiteY1" fmla="*/ 1424570 h 4593679"/>
              <a:gd name="connsiteX2" fmla="*/ 2763092 w 5830636"/>
              <a:gd name="connsiteY2" fmla="*/ 4593538 h 4593679"/>
              <a:gd name="connsiteX3" fmla="*/ 0 w 5830636"/>
              <a:gd name="connsiteY3" fmla="*/ 4593679 h 4593679"/>
              <a:gd name="connsiteX4" fmla="*/ 1 w 5830636"/>
              <a:gd name="connsiteY4" fmla="*/ 0 h 4593679"/>
              <a:gd name="connsiteX5" fmla="*/ 4799070 w 5830636"/>
              <a:gd name="connsiteY5" fmla="*/ 293297 h 459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30636" h="4593679">
                <a:moveTo>
                  <a:pt x="4799070" y="293297"/>
                </a:moveTo>
                <a:lnTo>
                  <a:pt x="5830636" y="1424570"/>
                </a:lnTo>
                <a:lnTo>
                  <a:pt x="2763092" y="4593538"/>
                </a:lnTo>
                <a:lnTo>
                  <a:pt x="0" y="4593679"/>
                </a:lnTo>
                <a:cubicBezTo>
                  <a:pt x="0" y="3062453"/>
                  <a:pt x="1" y="1531226"/>
                  <a:pt x="1" y="0"/>
                </a:cubicBezTo>
                <a:lnTo>
                  <a:pt x="4799070" y="293297"/>
                </a:lnTo>
                <a:close/>
              </a:path>
            </a:pathLst>
          </a:custGeom>
          <a:gradFill flip="none" rotWithShape="1">
            <a:gsLst>
              <a:gs pos="5000">
                <a:schemeClr val="accent1">
                  <a:tint val="66000"/>
                  <a:satMod val="160000"/>
                </a:schemeClr>
              </a:gs>
              <a:gs pos="71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9787B04-EA7E-B0E7-0CDE-FE2943A7DBB6}"/>
              </a:ext>
            </a:extLst>
          </p:cNvPr>
          <p:cNvSpPr/>
          <p:nvPr/>
        </p:nvSpPr>
        <p:spPr>
          <a:xfrm>
            <a:off x="-28876" y="-38501"/>
            <a:ext cx="1645920" cy="0"/>
          </a:xfrm>
          <a:custGeom>
            <a:avLst/>
            <a:gdLst>
              <a:gd name="connsiteX0" fmla="*/ 0 w 1645920"/>
              <a:gd name="connsiteY0" fmla="*/ 0 h 0"/>
              <a:gd name="connsiteX1" fmla="*/ 1645920 w 164592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45920">
                <a:moveTo>
                  <a:pt x="0" y="0"/>
                </a:moveTo>
                <a:lnTo>
                  <a:pt x="164592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08B574-D305-2149-870C-8415584CEA91}"/>
              </a:ext>
            </a:extLst>
          </p:cNvPr>
          <p:cNvGrpSpPr/>
          <p:nvPr/>
        </p:nvGrpSpPr>
        <p:grpSpPr>
          <a:xfrm>
            <a:off x="6081395" y="2410230"/>
            <a:ext cx="3949840" cy="3858046"/>
            <a:chOff x="7010873" y="3338952"/>
            <a:chExt cx="4927578" cy="4927577"/>
          </a:xfrm>
          <a:effectLst>
            <a:outerShdw blurRad="254000" dist="38100" dir="8100000" sx="102000" sy="102000" algn="tr" rotWithShape="0">
              <a:prstClr val="black">
                <a:alpha val="40000"/>
              </a:prstClr>
            </a:outerShdw>
          </a:effectLst>
        </p:grpSpPr>
        <p:sp>
          <p:nvSpPr>
            <p:cNvPr id="16" name="Diamond 15">
              <a:extLst>
                <a:ext uri="{FF2B5EF4-FFF2-40B4-BE49-F238E27FC236}">
                  <a16:creationId xmlns:a16="http://schemas.microsoft.com/office/drawing/2014/main" id="{572C6AD2-B974-6FDD-C67D-610DE860FCED}"/>
                </a:ext>
              </a:extLst>
            </p:cNvPr>
            <p:cNvSpPr/>
            <p:nvPr/>
          </p:nvSpPr>
          <p:spPr>
            <a:xfrm>
              <a:off x="7010873" y="3338952"/>
              <a:ext cx="4927578" cy="4927577"/>
            </a:xfrm>
            <a:prstGeom prst="diamond">
              <a:avLst/>
            </a:prstGeom>
            <a:solidFill>
              <a:srgbClr val="B1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v</a:t>
              </a:r>
            </a:p>
          </p:txBody>
        </p:sp>
        <p:pic>
          <p:nvPicPr>
            <p:cNvPr id="20" name="Picture 19" descr="A hand holding a magnifying glass over a graph&#10;&#10;Description automatically generated">
              <a:extLst>
                <a:ext uri="{FF2B5EF4-FFF2-40B4-BE49-F238E27FC236}">
                  <a16:creationId xmlns:a16="http://schemas.microsoft.com/office/drawing/2014/main" id="{6DB9C96A-FB9B-8F74-9655-CF93F721C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741" t="14245" r="9299" b="1814"/>
            <a:stretch>
              <a:fillRect/>
            </a:stretch>
          </p:blipFill>
          <p:spPr>
            <a:xfrm>
              <a:off x="7197458" y="3537637"/>
              <a:ext cx="4554403" cy="4554404"/>
            </a:xfrm>
            <a:custGeom>
              <a:avLst/>
              <a:gdLst>
                <a:gd name="connsiteX0" fmla="*/ 2558504 w 5117008"/>
                <a:gd name="connsiteY0" fmla="*/ 0 h 5117008"/>
                <a:gd name="connsiteX1" fmla="*/ 5117008 w 5117008"/>
                <a:gd name="connsiteY1" fmla="*/ 2558504 h 5117008"/>
                <a:gd name="connsiteX2" fmla="*/ 2558504 w 5117008"/>
                <a:gd name="connsiteY2" fmla="*/ 5117008 h 5117008"/>
                <a:gd name="connsiteX3" fmla="*/ 0 w 5117008"/>
                <a:gd name="connsiteY3" fmla="*/ 2558504 h 5117008"/>
                <a:gd name="connsiteX4" fmla="*/ 2558504 w 5117008"/>
                <a:gd name="connsiteY4" fmla="*/ 0 h 511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17008" h="5117008">
                  <a:moveTo>
                    <a:pt x="2558504" y="0"/>
                  </a:moveTo>
                  <a:lnTo>
                    <a:pt x="5117008" y="2558504"/>
                  </a:lnTo>
                  <a:lnTo>
                    <a:pt x="2558504" y="5117008"/>
                  </a:lnTo>
                  <a:lnTo>
                    <a:pt x="0" y="2558504"/>
                  </a:lnTo>
                  <a:lnTo>
                    <a:pt x="2558504" y="0"/>
                  </a:lnTo>
                  <a:close/>
                </a:path>
              </a:pathLst>
            </a:custGeom>
            <a:ln>
              <a:noFill/>
            </a:ln>
          </p:spPr>
        </p:pic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55448" y="5616545"/>
            <a:ext cx="9747504" cy="651731"/>
          </a:xfrm>
        </p:spPr>
        <p:txBody>
          <a:bodyPr>
            <a:noAutofit/>
          </a:bodyPr>
          <a:lstStyle>
            <a:lvl1pPr marL="0" indent="0" algn="l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155448" y="4815851"/>
            <a:ext cx="9213838" cy="715963"/>
          </a:xfrm>
        </p:spPr>
        <p:txBody>
          <a:bodyPr anchor="b">
            <a:noAutofit/>
          </a:bodyPr>
          <a:lstStyle>
            <a:lvl1pPr algn="l">
              <a:defRPr sz="35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sp>
        <p:nvSpPr>
          <p:cNvPr id="18" name="Rectangle 17"/>
          <p:cNvSpPr/>
          <p:nvPr/>
        </p:nvSpPr>
        <p:spPr bwMode="gray">
          <a:xfrm>
            <a:off x="155448" y="5531814"/>
            <a:ext cx="7042912" cy="60653"/>
          </a:xfrm>
          <a:prstGeom prst="rect">
            <a:avLst/>
          </a:prstGeom>
          <a:solidFill>
            <a:srgbClr val="059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r"/>
            <a:endParaRPr lang="en-US" sz="1800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87FBA9-8E3F-08DF-6A0D-9FB77D7D4F5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80" y="157832"/>
            <a:ext cx="2089869" cy="71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44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79" userDrawn="1">
          <p15:clr>
            <a:srgbClr val="FBAE40"/>
          </p15:clr>
        </p15:guide>
        <p15:guide id="3" pos="6230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" y="0"/>
            <a:ext cx="10055718" cy="6858000"/>
          </a:xfrm>
          <a:prstGeom prst="rect">
            <a:avLst/>
          </a:prstGeom>
        </p:spPr>
      </p:pic>
      <p:sp>
        <p:nvSpPr>
          <p:cNvPr id="29" name="Slide Number Placeholder 5"/>
          <p:cNvSpPr>
            <a:spLocks noGrp="1"/>
          </p:cNvSpPr>
          <p:nvPr userDrawn="1"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474720" y="2354538"/>
            <a:ext cx="6416038" cy="1097280"/>
          </a:xfrm>
          <a:noFill/>
          <a:ln>
            <a:noFill/>
          </a:ln>
        </p:spPr>
        <p:txBody>
          <a:bodyPr lIns="91440" anchor="b">
            <a:noAutofit/>
          </a:bodyPr>
          <a:lstStyle>
            <a:lvl1pPr algn="r">
              <a:defRPr sz="2500" b="0"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385391" y="3586098"/>
            <a:ext cx="7505367" cy="1049336"/>
          </a:xfrm>
        </p:spPr>
        <p:txBody>
          <a:bodyPr lIns="91440">
            <a:noAutofit/>
          </a:bodyPr>
          <a:lstStyle>
            <a:lvl1pPr marL="0" indent="0" algn="r">
              <a:buNone/>
              <a:defRPr sz="30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3474720" y="3500670"/>
            <a:ext cx="6402508" cy="36576"/>
            <a:chOff x="3158836" y="1059068"/>
            <a:chExt cx="5820462" cy="36576"/>
          </a:xfrm>
        </p:grpSpPr>
        <p:sp>
          <p:nvSpPr>
            <p:cNvPr id="20" name="Rectangle 19"/>
            <p:cNvSpPr/>
            <p:nvPr userDrawn="1"/>
          </p:nvSpPr>
          <p:spPr bwMode="gray">
            <a:xfrm>
              <a:off x="3158836" y="1059068"/>
              <a:ext cx="1413164" cy="36576"/>
            </a:xfrm>
            <a:prstGeom prst="rect">
              <a:avLst/>
            </a:prstGeom>
            <a:solidFill>
              <a:srgbClr val="0596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lvl="0" algn="r"/>
              <a:endParaRPr lang="en-US" sz="1800" noProof="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1" name="Rectangle 20"/>
            <p:cNvSpPr/>
            <p:nvPr userDrawn="1"/>
          </p:nvSpPr>
          <p:spPr bwMode="gray">
            <a:xfrm>
              <a:off x="4498738" y="1059068"/>
              <a:ext cx="4480560" cy="36576"/>
            </a:xfrm>
            <a:prstGeom prst="rect">
              <a:avLst/>
            </a:prstGeom>
            <a:solidFill>
              <a:srgbClr val="7270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lvl="0" algn="r"/>
              <a:endParaRPr lang="en-US" sz="1800" noProof="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256" y="157832"/>
            <a:ext cx="2089869" cy="71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8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79" userDrawn="1">
          <p15:clr>
            <a:srgbClr val="FBAE40"/>
          </p15:clr>
        </p15:guide>
        <p15:guide id="3" pos="6230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  <p15:guide id="5" orient="horz" pos="400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" y="0"/>
            <a:ext cx="10055718" cy="6858000"/>
          </a:xfrm>
          <a:prstGeom prst="rect">
            <a:avLst/>
          </a:prstGeom>
        </p:spPr>
      </p:pic>
      <p:sp>
        <p:nvSpPr>
          <p:cNvPr id="45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25730" y="3599350"/>
            <a:ext cx="7693054" cy="1049336"/>
          </a:xfrm>
        </p:spPr>
        <p:txBody>
          <a:bodyPr lIns="91440" rIns="91440">
            <a:noAutofit/>
          </a:bodyPr>
          <a:lstStyle>
            <a:lvl1pPr marL="0" indent="0" algn="l">
              <a:buNone/>
              <a:defRPr sz="30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6" name="Text Placeholder 2"/>
          <p:cNvSpPr>
            <a:spLocks noGrp="1"/>
          </p:cNvSpPr>
          <p:nvPr>
            <p:ph type="body" idx="13"/>
          </p:nvPr>
        </p:nvSpPr>
        <p:spPr bwMode="gray">
          <a:xfrm>
            <a:off x="125729" y="2367790"/>
            <a:ext cx="6468795" cy="1097280"/>
          </a:xfrm>
        </p:spPr>
        <p:txBody>
          <a:bodyPr lIns="91440" rIns="9144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5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25729" y="3513922"/>
            <a:ext cx="6468795" cy="36576"/>
            <a:chOff x="114299" y="1059068"/>
            <a:chExt cx="5880732" cy="36576"/>
          </a:xfrm>
        </p:grpSpPr>
        <p:sp>
          <p:nvSpPr>
            <p:cNvPr id="17" name="Rectangle 16"/>
            <p:cNvSpPr/>
            <p:nvPr userDrawn="1"/>
          </p:nvSpPr>
          <p:spPr bwMode="gray">
            <a:xfrm>
              <a:off x="114299" y="1059068"/>
              <a:ext cx="4480560" cy="36576"/>
            </a:xfrm>
            <a:prstGeom prst="rect">
              <a:avLst/>
            </a:prstGeom>
            <a:solidFill>
              <a:srgbClr val="0596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lvl="0" algn="ctr"/>
              <a:endParaRPr lang="en-US" sz="1800" noProof="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4498738" y="1059068"/>
              <a:ext cx="1496293" cy="36576"/>
            </a:xfrm>
            <a:prstGeom prst="rect">
              <a:avLst/>
            </a:prstGeom>
            <a:solidFill>
              <a:srgbClr val="7270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lvl="0" algn="ctr"/>
              <a:endParaRPr lang="en-US" sz="1800" noProof="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80" y="157832"/>
            <a:ext cx="2089869" cy="71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46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79" userDrawn="1">
          <p15:clr>
            <a:srgbClr val="FBAE40"/>
          </p15:clr>
        </p15:guide>
        <p15:guide id="3" pos="6230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  <p15:guide id="5" orient="horz" pos="400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" y="1066800"/>
            <a:ext cx="1839443" cy="5295900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972479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25730" y="1066800"/>
            <a:ext cx="9751498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4" name="Straight Connector 3"/>
          <p:cNvCxnSpPr/>
          <p:nvPr userDrawn="1"/>
        </p:nvCxnSpPr>
        <p:spPr bwMode="gray">
          <a:xfrm flipV="1">
            <a:off x="125730" y="1537378"/>
            <a:ext cx="9756648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401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25730" y="1540426"/>
            <a:ext cx="9751498" cy="482227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25730" y="1069848"/>
            <a:ext cx="9751498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15" name="Straight Connector 14"/>
          <p:cNvCxnSpPr/>
          <p:nvPr userDrawn="1"/>
        </p:nvCxnSpPr>
        <p:spPr bwMode="gray">
          <a:xfrm flipV="1">
            <a:off x="125730" y="1540426"/>
            <a:ext cx="9756648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32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>
            <a:spLocks noGrp="1"/>
          </p:cNvSpPr>
          <p:nvPr>
            <p:ph idx="1"/>
          </p:nvPr>
        </p:nvSpPr>
        <p:spPr bwMode="gray">
          <a:xfrm>
            <a:off x="125730" y="1540426"/>
            <a:ext cx="4777740" cy="482227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0" name="Content Placeholder 2"/>
          <p:cNvSpPr>
            <a:spLocks noGrp="1"/>
          </p:cNvSpPr>
          <p:nvPr>
            <p:ph idx="15"/>
          </p:nvPr>
        </p:nvSpPr>
        <p:spPr bwMode="gray">
          <a:xfrm>
            <a:off x="5113020" y="1540426"/>
            <a:ext cx="4777740" cy="482227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25730" y="1069848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5113020" y="1069848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26" name="Straight Connector 25"/>
          <p:cNvCxnSpPr/>
          <p:nvPr userDrawn="1"/>
        </p:nvCxnSpPr>
        <p:spPr bwMode="gray">
          <a:xfrm>
            <a:off x="125730" y="1540426"/>
            <a:ext cx="4780263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 bwMode="gray">
          <a:xfrm>
            <a:off x="5113020" y="1540426"/>
            <a:ext cx="4780263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737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>
            <a:spLocks noGrp="1"/>
          </p:cNvSpPr>
          <p:nvPr>
            <p:ph idx="1"/>
          </p:nvPr>
        </p:nvSpPr>
        <p:spPr bwMode="gray">
          <a:xfrm>
            <a:off x="125730" y="1540426"/>
            <a:ext cx="4777740" cy="482227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25730" y="1069848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26" name="Straight Connector 25"/>
          <p:cNvCxnSpPr/>
          <p:nvPr userDrawn="1"/>
        </p:nvCxnSpPr>
        <p:spPr bwMode="gray">
          <a:xfrm>
            <a:off x="125730" y="1540426"/>
            <a:ext cx="4780263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838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>
            <a:spLocks noGrp="1"/>
          </p:cNvSpPr>
          <p:nvPr>
            <p:ph idx="1"/>
          </p:nvPr>
        </p:nvSpPr>
        <p:spPr bwMode="gray">
          <a:xfrm>
            <a:off x="125729" y="1540426"/>
            <a:ext cx="3125029" cy="482227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0" name="Content Placeholder 2"/>
          <p:cNvSpPr>
            <a:spLocks noGrp="1"/>
          </p:cNvSpPr>
          <p:nvPr>
            <p:ph idx="15"/>
          </p:nvPr>
        </p:nvSpPr>
        <p:spPr bwMode="gray">
          <a:xfrm>
            <a:off x="6752200" y="1540426"/>
            <a:ext cx="3125029" cy="482227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25729" y="1069848"/>
            <a:ext cx="3125029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752200" y="1069848"/>
            <a:ext cx="3125029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6"/>
          </p:nvPr>
        </p:nvSpPr>
        <p:spPr bwMode="gray">
          <a:xfrm>
            <a:off x="3438964" y="1540426"/>
            <a:ext cx="3125029" cy="482227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4" name="Text Placeholder 2"/>
          <p:cNvSpPr>
            <a:spLocks noGrp="1"/>
          </p:cNvSpPr>
          <p:nvPr>
            <p:ph type="body" idx="17"/>
          </p:nvPr>
        </p:nvSpPr>
        <p:spPr bwMode="gray">
          <a:xfrm>
            <a:off x="3438964" y="1069848"/>
            <a:ext cx="3125029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26" name="Straight Connector 25"/>
          <p:cNvCxnSpPr/>
          <p:nvPr userDrawn="1"/>
        </p:nvCxnSpPr>
        <p:spPr bwMode="gray">
          <a:xfrm>
            <a:off x="125730" y="1540426"/>
            <a:ext cx="312668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 bwMode="gray">
          <a:xfrm>
            <a:off x="6750548" y="1540426"/>
            <a:ext cx="312668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 bwMode="gray">
          <a:xfrm>
            <a:off x="3438964" y="1540426"/>
            <a:ext cx="312668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87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/>
          <p:cNvSpPr>
            <a:spLocks noGrp="1"/>
          </p:cNvSpPr>
          <p:nvPr>
            <p:ph idx="18"/>
          </p:nvPr>
        </p:nvSpPr>
        <p:spPr bwMode="gray">
          <a:xfrm>
            <a:off x="125730" y="4360164"/>
            <a:ext cx="9756648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 bwMode="gray">
          <a:xfrm>
            <a:off x="125730" y="1541688"/>
            <a:ext cx="4777740" cy="2250719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1" name="Content Placeholder 2"/>
          <p:cNvSpPr>
            <a:spLocks noGrp="1"/>
          </p:cNvSpPr>
          <p:nvPr>
            <p:ph idx="17"/>
          </p:nvPr>
        </p:nvSpPr>
        <p:spPr bwMode="gray">
          <a:xfrm>
            <a:off x="5113020" y="1541688"/>
            <a:ext cx="4777740" cy="2250719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8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25730" y="1069848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5113020" y="1069848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9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25730" y="3890540"/>
            <a:ext cx="9756648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34" name="Straight Connector 33"/>
          <p:cNvCxnSpPr/>
          <p:nvPr userDrawn="1"/>
        </p:nvCxnSpPr>
        <p:spPr bwMode="gray">
          <a:xfrm>
            <a:off x="125730" y="1540426"/>
            <a:ext cx="4780263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 userDrawn="1"/>
        </p:nvCxnSpPr>
        <p:spPr bwMode="gray">
          <a:xfrm>
            <a:off x="5113020" y="1540426"/>
            <a:ext cx="4780263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 bwMode="gray">
          <a:xfrm>
            <a:off x="125730" y="4375632"/>
            <a:ext cx="9756648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177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/>
          <p:cNvSpPr>
            <a:spLocks noGrp="1"/>
          </p:cNvSpPr>
          <p:nvPr>
            <p:ph idx="18"/>
          </p:nvPr>
        </p:nvSpPr>
        <p:spPr bwMode="gray">
          <a:xfrm>
            <a:off x="125730" y="4360164"/>
            <a:ext cx="9756648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9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25730" y="3890540"/>
            <a:ext cx="9756648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idx="1"/>
          </p:nvPr>
        </p:nvSpPr>
        <p:spPr bwMode="gray">
          <a:xfrm>
            <a:off x="125729" y="1541688"/>
            <a:ext cx="3125029" cy="225072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0" name="Content Placeholder 2"/>
          <p:cNvSpPr>
            <a:spLocks noGrp="1"/>
          </p:cNvSpPr>
          <p:nvPr>
            <p:ph idx="15"/>
          </p:nvPr>
        </p:nvSpPr>
        <p:spPr bwMode="gray">
          <a:xfrm>
            <a:off x="6752200" y="1541688"/>
            <a:ext cx="3125029" cy="225072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25729" y="1069848"/>
            <a:ext cx="3125029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752200" y="1069848"/>
            <a:ext cx="3125029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3" name="Content Placeholder 2"/>
          <p:cNvSpPr>
            <a:spLocks noGrp="1"/>
          </p:cNvSpPr>
          <p:nvPr>
            <p:ph idx="19"/>
          </p:nvPr>
        </p:nvSpPr>
        <p:spPr bwMode="gray">
          <a:xfrm>
            <a:off x="3438964" y="1541688"/>
            <a:ext cx="3125029" cy="225072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4" name="Text Placeholder 2"/>
          <p:cNvSpPr>
            <a:spLocks noGrp="1"/>
          </p:cNvSpPr>
          <p:nvPr>
            <p:ph type="body" idx="17"/>
          </p:nvPr>
        </p:nvSpPr>
        <p:spPr bwMode="gray">
          <a:xfrm>
            <a:off x="3438964" y="1069848"/>
            <a:ext cx="3125029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38" name="Straight Connector 37"/>
          <p:cNvCxnSpPr/>
          <p:nvPr userDrawn="1"/>
        </p:nvCxnSpPr>
        <p:spPr bwMode="gray">
          <a:xfrm>
            <a:off x="125730" y="1540426"/>
            <a:ext cx="312668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 userDrawn="1"/>
        </p:nvCxnSpPr>
        <p:spPr bwMode="gray">
          <a:xfrm>
            <a:off x="6750548" y="1540426"/>
            <a:ext cx="312668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 userDrawn="1"/>
        </p:nvCxnSpPr>
        <p:spPr bwMode="gray">
          <a:xfrm>
            <a:off x="3438964" y="1540426"/>
            <a:ext cx="312668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 bwMode="gray">
          <a:xfrm>
            <a:off x="125730" y="4375632"/>
            <a:ext cx="9756648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18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/>
          <p:cNvSpPr>
            <a:spLocks noGrp="1"/>
          </p:cNvSpPr>
          <p:nvPr>
            <p:ph idx="18"/>
          </p:nvPr>
        </p:nvSpPr>
        <p:spPr bwMode="gray">
          <a:xfrm>
            <a:off x="125730" y="4360164"/>
            <a:ext cx="9756648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9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25730" y="3890540"/>
            <a:ext cx="9756648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idx="1"/>
          </p:nvPr>
        </p:nvSpPr>
        <p:spPr bwMode="gray">
          <a:xfrm>
            <a:off x="125728" y="1541688"/>
            <a:ext cx="9756648" cy="225072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25728" y="1069848"/>
            <a:ext cx="9756648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38" name="Straight Connector 37"/>
          <p:cNvCxnSpPr/>
          <p:nvPr userDrawn="1"/>
        </p:nvCxnSpPr>
        <p:spPr bwMode="gray">
          <a:xfrm>
            <a:off x="125730" y="1540426"/>
            <a:ext cx="9756648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 bwMode="gray">
          <a:xfrm>
            <a:off x="125730" y="4375632"/>
            <a:ext cx="9756648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25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>
            <a:spLocks noGrp="1"/>
          </p:cNvSpPr>
          <p:nvPr>
            <p:ph idx="17"/>
          </p:nvPr>
        </p:nvSpPr>
        <p:spPr bwMode="gray">
          <a:xfrm>
            <a:off x="5113020" y="1538100"/>
            <a:ext cx="4777740" cy="226756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9" name="Content Placeholder 2"/>
          <p:cNvSpPr>
            <a:spLocks noGrp="1"/>
          </p:cNvSpPr>
          <p:nvPr>
            <p:ph idx="19"/>
          </p:nvPr>
        </p:nvSpPr>
        <p:spPr bwMode="gray">
          <a:xfrm>
            <a:off x="5113020" y="4363444"/>
            <a:ext cx="4777740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5115015" y="1069848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5115015" y="3890540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20"/>
          </p:nvPr>
        </p:nvSpPr>
        <p:spPr bwMode="gray">
          <a:xfrm>
            <a:off x="125730" y="1538100"/>
            <a:ext cx="4777740" cy="226756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2" name="Content Placeholder 2"/>
          <p:cNvSpPr>
            <a:spLocks noGrp="1"/>
          </p:cNvSpPr>
          <p:nvPr>
            <p:ph idx="21"/>
          </p:nvPr>
        </p:nvSpPr>
        <p:spPr bwMode="gray">
          <a:xfrm>
            <a:off x="125730" y="4363444"/>
            <a:ext cx="4777740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3" name="Text Placeholder 2"/>
          <p:cNvSpPr>
            <a:spLocks noGrp="1"/>
          </p:cNvSpPr>
          <p:nvPr>
            <p:ph type="body" idx="22"/>
          </p:nvPr>
        </p:nvSpPr>
        <p:spPr bwMode="gray">
          <a:xfrm>
            <a:off x="125730" y="1069848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23"/>
          </p:nvPr>
        </p:nvSpPr>
        <p:spPr bwMode="gray">
          <a:xfrm>
            <a:off x="125730" y="3890540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28" name="Straight Connector 27"/>
          <p:cNvCxnSpPr/>
          <p:nvPr userDrawn="1"/>
        </p:nvCxnSpPr>
        <p:spPr bwMode="gray">
          <a:xfrm>
            <a:off x="5115016" y="1540426"/>
            <a:ext cx="4780263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 bwMode="gray">
          <a:xfrm>
            <a:off x="125730" y="1540426"/>
            <a:ext cx="4780263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 bwMode="gray">
          <a:xfrm>
            <a:off x="5115015" y="4375632"/>
            <a:ext cx="477774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 bwMode="gray">
          <a:xfrm>
            <a:off x="125730" y="4375632"/>
            <a:ext cx="477774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555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>
            <a:spLocks noGrp="1"/>
          </p:cNvSpPr>
          <p:nvPr>
            <p:ph idx="17"/>
          </p:nvPr>
        </p:nvSpPr>
        <p:spPr bwMode="gray">
          <a:xfrm>
            <a:off x="3771900" y="1540426"/>
            <a:ext cx="6118860" cy="226523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9" name="Content Placeholder 2"/>
          <p:cNvSpPr>
            <a:spLocks noGrp="1"/>
          </p:cNvSpPr>
          <p:nvPr>
            <p:ph idx="19"/>
          </p:nvPr>
        </p:nvSpPr>
        <p:spPr bwMode="gray">
          <a:xfrm>
            <a:off x="3771900" y="4363444"/>
            <a:ext cx="6118860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3773895" y="1069848"/>
            <a:ext cx="611886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3773895" y="3890540"/>
            <a:ext cx="611886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20"/>
          </p:nvPr>
        </p:nvSpPr>
        <p:spPr bwMode="gray">
          <a:xfrm>
            <a:off x="125730" y="1540426"/>
            <a:ext cx="3460090" cy="226523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3" name="Text Placeholder 2"/>
          <p:cNvSpPr>
            <a:spLocks noGrp="1"/>
          </p:cNvSpPr>
          <p:nvPr>
            <p:ph type="body" idx="22"/>
          </p:nvPr>
        </p:nvSpPr>
        <p:spPr bwMode="gray">
          <a:xfrm>
            <a:off x="125730" y="1069848"/>
            <a:ext cx="346009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28" name="Straight Connector 27"/>
          <p:cNvCxnSpPr/>
          <p:nvPr userDrawn="1"/>
        </p:nvCxnSpPr>
        <p:spPr bwMode="gray">
          <a:xfrm>
            <a:off x="3773187" y="1540426"/>
            <a:ext cx="6122092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 bwMode="gray">
          <a:xfrm>
            <a:off x="125730" y="1540426"/>
            <a:ext cx="346009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 bwMode="gray">
          <a:xfrm>
            <a:off x="3773895" y="4375632"/>
            <a:ext cx="611886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247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>
            <a:spLocks noGrp="1"/>
          </p:cNvSpPr>
          <p:nvPr>
            <p:ph idx="17"/>
          </p:nvPr>
        </p:nvSpPr>
        <p:spPr bwMode="gray">
          <a:xfrm>
            <a:off x="3771900" y="1540426"/>
            <a:ext cx="6118860" cy="226523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9" name="Content Placeholder 2"/>
          <p:cNvSpPr>
            <a:spLocks noGrp="1"/>
          </p:cNvSpPr>
          <p:nvPr>
            <p:ph idx="19"/>
          </p:nvPr>
        </p:nvSpPr>
        <p:spPr bwMode="gray">
          <a:xfrm>
            <a:off x="3771900" y="4363444"/>
            <a:ext cx="2967228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3773895" y="1069848"/>
            <a:ext cx="611886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3773895" y="3890540"/>
            <a:ext cx="2967228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20"/>
          </p:nvPr>
        </p:nvSpPr>
        <p:spPr bwMode="gray">
          <a:xfrm>
            <a:off x="125730" y="1540426"/>
            <a:ext cx="3460090" cy="226523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3" name="Text Placeholder 2"/>
          <p:cNvSpPr>
            <a:spLocks noGrp="1"/>
          </p:cNvSpPr>
          <p:nvPr>
            <p:ph type="body" idx="22"/>
          </p:nvPr>
        </p:nvSpPr>
        <p:spPr bwMode="gray">
          <a:xfrm>
            <a:off x="125730" y="1069848"/>
            <a:ext cx="346009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23"/>
          </p:nvPr>
        </p:nvSpPr>
        <p:spPr bwMode="gray">
          <a:xfrm>
            <a:off x="6923532" y="4363444"/>
            <a:ext cx="2967228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4"/>
          </p:nvPr>
        </p:nvSpPr>
        <p:spPr bwMode="gray">
          <a:xfrm>
            <a:off x="6923532" y="3890540"/>
            <a:ext cx="2967228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43" name="Straight Connector 42"/>
          <p:cNvCxnSpPr/>
          <p:nvPr userDrawn="1"/>
        </p:nvCxnSpPr>
        <p:spPr bwMode="gray">
          <a:xfrm>
            <a:off x="3773895" y="4375632"/>
            <a:ext cx="2967228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 bwMode="gray">
          <a:xfrm>
            <a:off x="6923532" y="4375632"/>
            <a:ext cx="2967228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 bwMode="gray">
          <a:xfrm>
            <a:off x="3773187" y="1540426"/>
            <a:ext cx="6122092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 bwMode="gray">
          <a:xfrm>
            <a:off x="125730" y="1540426"/>
            <a:ext cx="346009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2269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>
            <a:spLocks noGrp="1"/>
          </p:cNvSpPr>
          <p:nvPr>
            <p:ph idx="17"/>
          </p:nvPr>
        </p:nvSpPr>
        <p:spPr bwMode="gray">
          <a:xfrm>
            <a:off x="3771900" y="1539362"/>
            <a:ext cx="6118860" cy="225304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9" name="Content Placeholder 2"/>
          <p:cNvSpPr>
            <a:spLocks noGrp="1"/>
          </p:cNvSpPr>
          <p:nvPr>
            <p:ph idx="19"/>
          </p:nvPr>
        </p:nvSpPr>
        <p:spPr bwMode="gray">
          <a:xfrm>
            <a:off x="3771900" y="4363444"/>
            <a:ext cx="2967228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3773895" y="1069848"/>
            <a:ext cx="611886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3773895" y="3890540"/>
            <a:ext cx="2967228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23"/>
          </p:nvPr>
        </p:nvSpPr>
        <p:spPr bwMode="gray">
          <a:xfrm>
            <a:off x="6923532" y="4363444"/>
            <a:ext cx="2967228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4"/>
          </p:nvPr>
        </p:nvSpPr>
        <p:spPr bwMode="gray">
          <a:xfrm>
            <a:off x="6923532" y="3890540"/>
            <a:ext cx="2967228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28" name="Straight Connector 27"/>
          <p:cNvCxnSpPr/>
          <p:nvPr userDrawn="1"/>
        </p:nvCxnSpPr>
        <p:spPr bwMode="gray">
          <a:xfrm>
            <a:off x="3773187" y="1540426"/>
            <a:ext cx="6122092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 bwMode="gray">
          <a:xfrm>
            <a:off x="3773895" y="4375632"/>
            <a:ext cx="2967228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 bwMode="gray">
          <a:xfrm>
            <a:off x="6923532" y="4375632"/>
            <a:ext cx="2967228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794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>
            <a:spLocks noGrp="1"/>
          </p:cNvSpPr>
          <p:nvPr>
            <p:ph idx="17"/>
          </p:nvPr>
        </p:nvSpPr>
        <p:spPr bwMode="gray">
          <a:xfrm>
            <a:off x="3771900" y="1540426"/>
            <a:ext cx="2967228" cy="226523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9" name="Content Placeholder 2"/>
          <p:cNvSpPr>
            <a:spLocks noGrp="1"/>
          </p:cNvSpPr>
          <p:nvPr>
            <p:ph idx="19"/>
          </p:nvPr>
        </p:nvSpPr>
        <p:spPr bwMode="gray">
          <a:xfrm>
            <a:off x="3771900" y="4363444"/>
            <a:ext cx="6118860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3773895" y="1069848"/>
            <a:ext cx="2967228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3773895" y="3890540"/>
            <a:ext cx="611886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20"/>
          </p:nvPr>
        </p:nvSpPr>
        <p:spPr bwMode="gray">
          <a:xfrm>
            <a:off x="6925527" y="1540426"/>
            <a:ext cx="2967228" cy="226523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1"/>
          </p:nvPr>
        </p:nvSpPr>
        <p:spPr bwMode="gray">
          <a:xfrm>
            <a:off x="6925527" y="1069848"/>
            <a:ext cx="2967228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43" name="Straight Connector 42"/>
          <p:cNvCxnSpPr/>
          <p:nvPr userDrawn="1"/>
        </p:nvCxnSpPr>
        <p:spPr bwMode="gray">
          <a:xfrm>
            <a:off x="3773895" y="4375632"/>
            <a:ext cx="611886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 bwMode="gray">
          <a:xfrm>
            <a:off x="3773187" y="1540426"/>
            <a:ext cx="2967228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 bwMode="gray">
          <a:xfrm>
            <a:off x="6925527" y="1540426"/>
            <a:ext cx="2967228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904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>
            <a:spLocks noGrp="1"/>
          </p:cNvSpPr>
          <p:nvPr>
            <p:ph idx="17"/>
          </p:nvPr>
        </p:nvSpPr>
        <p:spPr bwMode="gray">
          <a:xfrm>
            <a:off x="3771900" y="1540426"/>
            <a:ext cx="3461766" cy="225304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9" name="Content Placeholder 2"/>
          <p:cNvSpPr>
            <a:spLocks noGrp="1"/>
          </p:cNvSpPr>
          <p:nvPr>
            <p:ph idx="19"/>
          </p:nvPr>
        </p:nvSpPr>
        <p:spPr bwMode="gray">
          <a:xfrm>
            <a:off x="3771900" y="4363444"/>
            <a:ext cx="3461766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3773895" y="1069848"/>
            <a:ext cx="3461766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3773895" y="3890540"/>
            <a:ext cx="3461766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20"/>
          </p:nvPr>
        </p:nvSpPr>
        <p:spPr bwMode="gray">
          <a:xfrm>
            <a:off x="125730" y="1540426"/>
            <a:ext cx="3461766" cy="225304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2" name="Content Placeholder 2"/>
          <p:cNvSpPr>
            <a:spLocks noGrp="1"/>
          </p:cNvSpPr>
          <p:nvPr>
            <p:ph idx="21"/>
          </p:nvPr>
        </p:nvSpPr>
        <p:spPr bwMode="gray">
          <a:xfrm>
            <a:off x="125730" y="4363444"/>
            <a:ext cx="3461766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3" name="Text Placeholder 2"/>
          <p:cNvSpPr>
            <a:spLocks noGrp="1"/>
          </p:cNvSpPr>
          <p:nvPr>
            <p:ph type="body" idx="22"/>
          </p:nvPr>
        </p:nvSpPr>
        <p:spPr bwMode="gray">
          <a:xfrm>
            <a:off x="125730" y="1069848"/>
            <a:ext cx="3461766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23"/>
          </p:nvPr>
        </p:nvSpPr>
        <p:spPr bwMode="gray">
          <a:xfrm>
            <a:off x="125730" y="3890540"/>
            <a:ext cx="3461766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24"/>
          </p:nvPr>
        </p:nvSpPr>
        <p:spPr bwMode="gray">
          <a:xfrm>
            <a:off x="7416242" y="1540426"/>
            <a:ext cx="2458991" cy="482555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idx="26"/>
          </p:nvPr>
        </p:nvSpPr>
        <p:spPr bwMode="gray">
          <a:xfrm>
            <a:off x="7418237" y="1069848"/>
            <a:ext cx="2458991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28" name="Straight Connector 27"/>
          <p:cNvCxnSpPr/>
          <p:nvPr userDrawn="1"/>
        </p:nvCxnSpPr>
        <p:spPr bwMode="gray">
          <a:xfrm>
            <a:off x="3773896" y="1540426"/>
            <a:ext cx="346359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 bwMode="gray">
          <a:xfrm>
            <a:off x="125730" y="1540426"/>
            <a:ext cx="346359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 userDrawn="1"/>
        </p:nvCxnSpPr>
        <p:spPr bwMode="gray">
          <a:xfrm>
            <a:off x="7418767" y="1540426"/>
            <a:ext cx="246029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 bwMode="gray">
          <a:xfrm>
            <a:off x="3773895" y="4375632"/>
            <a:ext cx="3461766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 bwMode="gray">
          <a:xfrm>
            <a:off x="125730" y="4375632"/>
            <a:ext cx="3461766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990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>
            <a:spLocks noGrp="1"/>
          </p:cNvSpPr>
          <p:nvPr>
            <p:ph idx="17"/>
          </p:nvPr>
        </p:nvSpPr>
        <p:spPr bwMode="gray">
          <a:xfrm>
            <a:off x="5113020" y="1525912"/>
            <a:ext cx="4777740" cy="2279748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9" name="Content Placeholder 2"/>
          <p:cNvSpPr>
            <a:spLocks noGrp="1"/>
          </p:cNvSpPr>
          <p:nvPr>
            <p:ph idx="19"/>
          </p:nvPr>
        </p:nvSpPr>
        <p:spPr bwMode="gray">
          <a:xfrm>
            <a:off x="5113020" y="4363444"/>
            <a:ext cx="4777740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5115015" y="1069848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5115015" y="3890540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idx="21"/>
          </p:nvPr>
        </p:nvSpPr>
        <p:spPr bwMode="gray">
          <a:xfrm>
            <a:off x="125730" y="4363444"/>
            <a:ext cx="4777740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idx="23"/>
          </p:nvPr>
        </p:nvSpPr>
        <p:spPr bwMode="gray">
          <a:xfrm>
            <a:off x="125730" y="3890540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28" name="Straight Connector 27"/>
          <p:cNvCxnSpPr/>
          <p:nvPr userDrawn="1"/>
        </p:nvCxnSpPr>
        <p:spPr bwMode="gray">
          <a:xfrm>
            <a:off x="5115016" y="1540426"/>
            <a:ext cx="4780263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 bwMode="gray">
          <a:xfrm>
            <a:off x="5115015" y="4375632"/>
            <a:ext cx="477774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 bwMode="gray">
          <a:xfrm>
            <a:off x="125730" y="4375632"/>
            <a:ext cx="477774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0947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>
            <a:spLocks noGrp="1"/>
          </p:cNvSpPr>
          <p:nvPr>
            <p:ph idx="1"/>
          </p:nvPr>
        </p:nvSpPr>
        <p:spPr bwMode="gray">
          <a:xfrm>
            <a:off x="125730" y="1527174"/>
            <a:ext cx="4777740" cy="483880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1" name="Content Placeholder 2"/>
          <p:cNvSpPr>
            <a:spLocks noGrp="1"/>
          </p:cNvSpPr>
          <p:nvPr>
            <p:ph idx="17"/>
          </p:nvPr>
        </p:nvSpPr>
        <p:spPr bwMode="gray">
          <a:xfrm>
            <a:off x="5113020" y="1527174"/>
            <a:ext cx="4777740" cy="2265234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9" name="Content Placeholder 2"/>
          <p:cNvSpPr>
            <a:spLocks noGrp="1"/>
          </p:cNvSpPr>
          <p:nvPr>
            <p:ph idx="19"/>
          </p:nvPr>
        </p:nvSpPr>
        <p:spPr bwMode="gray">
          <a:xfrm>
            <a:off x="5113020" y="4363444"/>
            <a:ext cx="4777740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344905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5115015" y="1069848"/>
            <a:ext cx="4777740" cy="470578"/>
          </a:xfrm>
          <a:solidFill>
            <a:schemeClr val="bg1"/>
          </a:soli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5115015" y="3814337"/>
            <a:ext cx="4777740" cy="470578"/>
          </a:xfrm>
          <a:solidFill>
            <a:schemeClr val="bg1"/>
          </a:soli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184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>
            <a:spLocks noGrp="1"/>
          </p:cNvSpPr>
          <p:nvPr>
            <p:ph idx="17"/>
          </p:nvPr>
        </p:nvSpPr>
        <p:spPr bwMode="gray">
          <a:xfrm>
            <a:off x="5113020" y="1525912"/>
            <a:ext cx="4777740" cy="2279748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9" name="Content Placeholder 2"/>
          <p:cNvSpPr>
            <a:spLocks noGrp="1"/>
          </p:cNvSpPr>
          <p:nvPr>
            <p:ph idx="19"/>
          </p:nvPr>
        </p:nvSpPr>
        <p:spPr bwMode="gray">
          <a:xfrm>
            <a:off x="5113020" y="4363444"/>
            <a:ext cx="4777740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5115015" y="1069848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5115015" y="3890540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28" name="Straight Connector 27"/>
          <p:cNvCxnSpPr/>
          <p:nvPr userDrawn="1"/>
        </p:nvCxnSpPr>
        <p:spPr bwMode="gray">
          <a:xfrm>
            <a:off x="5115016" y="1540426"/>
            <a:ext cx="4780263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 bwMode="gray">
          <a:xfrm>
            <a:off x="5115015" y="4375632"/>
            <a:ext cx="477774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143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>
            <a:spLocks noGrp="1"/>
          </p:cNvSpPr>
          <p:nvPr>
            <p:ph idx="17"/>
          </p:nvPr>
        </p:nvSpPr>
        <p:spPr bwMode="gray">
          <a:xfrm>
            <a:off x="125730" y="1524848"/>
            <a:ext cx="4777740" cy="226756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1" name="Content Placeholder 2"/>
          <p:cNvSpPr>
            <a:spLocks noGrp="1"/>
          </p:cNvSpPr>
          <p:nvPr>
            <p:ph idx="19"/>
          </p:nvPr>
        </p:nvSpPr>
        <p:spPr bwMode="gray">
          <a:xfrm>
            <a:off x="125730" y="4363444"/>
            <a:ext cx="4777740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25730" y="1069848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5113020" y="1069848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25730" y="3890540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idx="1"/>
          </p:nvPr>
        </p:nvSpPr>
        <p:spPr bwMode="gray">
          <a:xfrm>
            <a:off x="5113020" y="1524848"/>
            <a:ext cx="4777740" cy="4841132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28" name="Straight Connector 27"/>
          <p:cNvCxnSpPr/>
          <p:nvPr userDrawn="1"/>
        </p:nvCxnSpPr>
        <p:spPr bwMode="gray">
          <a:xfrm>
            <a:off x="125730" y="1540426"/>
            <a:ext cx="4780263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 userDrawn="1"/>
        </p:nvCxnSpPr>
        <p:spPr bwMode="gray">
          <a:xfrm>
            <a:off x="5113020" y="1540426"/>
            <a:ext cx="4780263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 bwMode="gray">
          <a:xfrm>
            <a:off x="125730" y="4375632"/>
            <a:ext cx="477774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938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>
            <a:spLocks noGrp="1"/>
          </p:cNvSpPr>
          <p:nvPr>
            <p:ph idx="17"/>
          </p:nvPr>
        </p:nvSpPr>
        <p:spPr bwMode="gray">
          <a:xfrm>
            <a:off x="125730" y="1524848"/>
            <a:ext cx="4777740" cy="226756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1" name="Content Placeholder 2"/>
          <p:cNvSpPr>
            <a:spLocks noGrp="1"/>
          </p:cNvSpPr>
          <p:nvPr>
            <p:ph idx="19"/>
          </p:nvPr>
        </p:nvSpPr>
        <p:spPr bwMode="gray">
          <a:xfrm>
            <a:off x="125730" y="4363444"/>
            <a:ext cx="4777740" cy="2002536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25730" y="1069848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25730" y="3890540"/>
            <a:ext cx="477774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28" name="Straight Connector 27"/>
          <p:cNvCxnSpPr/>
          <p:nvPr userDrawn="1"/>
        </p:nvCxnSpPr>
        <p:spPr bwMode="gray">
          <a:xfrm>
            <a:off x="125730" y="1540426"/>
            <a:ext cx="4780263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 bwMode="gray">
          <a:xfrm>
            <a:off x="125730" y="4375632"/>
            <a:ext cx="477774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0691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4" name="Content Placeholder 2"/>
          <p:cNvSpPr>
            <a:spLocks noGrp="1"/>
          </p:cNvSpPr>
          <p:nvPr>
            <p:ph idx="17"/>
          </p:nvPr>
        </p:nvSpPr>
        <p:spPr bwMode="gray">
          <a:xfrm>
            <a:off x="6859708" y="1550504"/>
            <a:ext cx="3017520" cy="210312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Content Placeholder 2"/>
          <p:cNvSpPr>
            <a:spLocks noGrp="1"/>
          </p:cNvSpPr>
          <p:nvPr>
            <p:ph idx="19"/>
          </p:nvPr>
        </p:nvSpPr>
        <p:spPr bwMode="gray">
          <a:xfrm>
            <a:off x="6859708" y="4244173"/>
            <a:ext cx="3017520" cy="210312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6859708" y="1069848"/>
            <a:ext cx="301752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6859708" y="3771269"/>
            <a:ext cx="301752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20"/>
          </p:nvPr>
        </p:nvSpPr>
        <p:spPr bwMode="gray">
          <a:xfrm>
            <a:off x="2288650" y="1550504"/>
            <a:ext cx="4378684" cy="210312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5" name="Content Placeholder 2"/>
          <p:cNvSpPr>
            <a:spLocks noGrp="1"/>
          </p:cNvSpPr>
          <p:nvPr>
            <p:ph idx="21"/>
          </p:nvPr>
        </p:nvSpPr>
        <p:spPr bwMode="gray">
          <a:xfrm>
            <a:off x="2288650" y="4244173"/>
            <a:ext cx="4378684" cy="210312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2" name="Text Placeholder 2"/>
          <p:cNvSpPr>
            <a:spLocks noGrp="1"/>
          </p:cNvSpPr>
          <p:nvPr>
            <p:ph type="body" idx="22"/>
          </p:nvPr>
        </p:nvSpPr>
        <p:spPr bwMode="gray">
          <a:xfrm>
            <a:off x="2288650" y="1069848"/>
            <a:ext cx="4378684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idx="23"/>
          </p:nvPr>
        </p:nvSpPr>
        <p:spPr bwMode="gray">
          <a:xfrm>
            <a:off x="2288650" y="3771269"/>
            <a:ext cx="4378684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125731" y="1333500"/>
            <a:ext cx="1434051" cy="4934778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79000">
                <a:srgbClr val="C6EDFE"/>
              </a:gs>
              <a:gs pos="100000">
                <a:srgbClr val="9DDFFD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37" name="Rectangle 36"/>
          <p:cNvSpPr/>
          <p:nvPr userDrawn="1"/>
        </p:nvSpPr>
        <p:spPr>
          <a:xfrm>
            <a:off x="514198" y="1550504"/>
            <a:ext cx="1337767" cy="8385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38" name="Text Placeholder 2"/>
          <p:cNvSpPr>
            <a:spLocks noGrp="1"/>
          </p:cNvSpPr>
          <p:nvPr>
            <p:ph type="body" idx="25"/>
          </p:nvPr>
        </p:nvSpPr>
        <p:spPr bwMode="gray">
          <a:xfrm>
            <a:off x="543697" y="1581370"/>
            <a:ext cx="1308822" cy="776861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9" name="Isosceles Triangle 38"/>
          <p:cNvSpPr/>
          <p:nvPr userDrawn="1"/>
        </p:nvSpPr>
        <p:spPr>
          <a:xfrm rot="5400000">
            <a:off x="1647577" y="1849407"/>
            <a:ext cx="845622" cy="247816"/>
          </a:xfrm>
          <a:prstGeom prst="triangle">
            <a:avLst/>
          </a:prstGeom>
          <a:solidFill>
            <a:srgbClr val="059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40" name="Rectangle 39"/>
          <p:cNvSpPr/>
          <p:nvPr userDrawn="1"/>
        </p:nvSpPr>
        <p:spPr>
          <a:xfrm>
            <a:off x="514198" y="4244173"/>
            <a:ext cx="1337767" cy="8385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41" name="Text Placeholder 2"/>
          <p:cNvSpPr>
            <a:spLocks noGrp="1"/>
          </p:cNvSpPr>
          <p:nvPr>
            <p:ph type="body" idx="26"/>
          </p:nvPr>
        </p:nvSpPr>
        <p:spPr bwMode="gray">
          <a:xfrm>
            <a:off x="543697" y="4275039"/>
            <a:ext cx="1308822" cy="776861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4" name="Isosceles Triangle 43"/>
          <p:cNvSpPr/>
          <p:nvPr userDrawn="1"/>
        </p:nvSpPr>
        <p:spPr>
          <a:xfrm rot="5400000">
            <a:off x="1647577" y="4543076"/>
            <a:ext cx="845622" cy="247816"/>
          </a:xfrm>
          <a:prstGeom prst="triangle">
            <a:avLst/>
          </a:prstGeom>
          <a:solidFill>
            <a:srgbClr val="059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19" name="Straight Connector 18"/>
          <p:cNvCxnSpPr/>
          <p:nvPr userDrawn="1"/>
        </p:nvCxnSpPr>
        <p:spPr bwMode="gray">
          <a:xfrm>
            <a:off x="6859708" y="1540426"/>
            <a:ext cx="301752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 bwMode="gray">
          <a:xfrm>
            <a:off x="2288862" y="1540426"/>
            <a:ext cx="4380996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 bwMode="gray">
          <a:xfrm>
            <a:off x="6859708" y="4256361"/>
            <a:ext cx="301752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 bwMode="gray">
          <a:xfrm>
            <a:off x="2288650" y="4256361"/>
            <a:ext cx="437868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2256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4" name="Content Placeholder 2"/>
          <p:cNvSpPr>
            <a:spLocks noGrp="1"/>
          </p:cNvSpPr>
          <p:nvPr>
            <p:ph idx="17"/>
          </p:nvPr>
        </p:nvSpPr>
        <p:spPr bwMode="gray">
          <a:xfrm>
            <a:off x="6859708" y="1550504"/>
            <a:ext cx="3017520" cy="210312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6859708" y="1069848"/>
            <a:ext cx="3017520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20"/>
          </p:nvPr>
        </p:nvSpPr>
        <p:spPr bwMode="gray">
          <a:xfrm>
            <a:off x="2288650" y="1550504"/>
            <a:ext cx="4378684" cy="2103120"/>
          </a:xfrm>
          <a:ln>
            <a:noFill/>
          </a:ln>
        </p:spPr>
        <p:txBody>
          <a:bodyPr lIns="91440">
            <a:noAutofit/>
          </a:bodyPr>
          <a:lstStyle>
            <a:lvl1pPr marL="228600" indent="-228600" algn="just">
              <a:spcAft>
                <a:spcPts val="1000"/>
              </a:spcAft>
              <a:buFont typeface="Wingdings" panose="05000000000000000000" pitchFamily="2" charset="2"/>
              <a:buChar char="q"/>
              <a:defRPr sz="1200"/>
            </a:lvl1pPr>
            <a:lvl2pPr marL="465138" indent="-228600" algn="just">
              <a:spcAft>
                <a:spcPts val="500"/>
              </a:spcAft>
              <a:buFont typeface="Wingdings" panose="05000000000000000000" pitchFamily="2" charset="2"/>
              <a:buChar char="Ø"/>
              <a:defRPr sz="1100"/>
            </a:lvl2pPr>
            <a:lvl3pPr marL="682625" indent="-228600" algn="just">
              <a:spcAft>
                <a:spcPts val="5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6175" indent="-228600" algn="just">
              <a:defRPr sz="7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2" name="Text Placeholder 2"/>
          <p:cNvSpPr>
            <a:spLocks noGrp="1"/>
          </p:cNvSpPr>
          <p:nvPr>
            <p:ph type="body" idx="22"/>
          </p:nvPr>
        </p:nvSpPr>
        <p:spPr bwMode="gray">
          <a:xfrm>
            <a:off x="2288650" y="1069848"/>
            <a:ext cx="4378684" cy="470578"/>
          </a:xfrm>
          <a:gradFill flip="none" rotWithShape="1">
            <a:gsLst>
              <a:gs pos="0">
                <a:schemeClr val="bg1"/>
              </a:gs>
              <a:gs pos="64000">
                <a:srgbClr val="C6EDFE"/>
              </a:gs>
            </a:gsLst>
            <a:lin ang="10800000" scaled="1"/>
            <a:tileRect/>
          </a:gradFill>
        </p:spPr>
        <p:txBody>
          <a:bodyPr lIns="91440" anchor="b">
            <a:noAutofit/>
          </a:bodyPr>
          <a:lstStyle>
            <a:lvl1pPr marL="0" indent="0" algn="l">
              <a:buNone/>
              <a:defRPr sz="1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125731" y="1333500"/>
            <a:ext cx="1434051" cy="4934778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79000">
                <a:srgbClr val="C6EDFE"/>
              </a:gs>
              <a:gs pos="100000">
                <a:srgbClr val="9DDFFD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37" name="Rectangle 36"/>
          <p:cNvSpPr/>
          <p:nvPr userDrawn="1"/>
        </p:nvSpPr>
        <p:spPr>
          <a:xfrm>
            <a:off x="514198" y="1550504"/>
            <a:ext cx="1337767" cy="8385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38" name="Text Placeholder 2"/>
          <p:cNvSpPr>
            <a:spLocks noGrp="1"/>
          </p:cNvSpPr>
          <p:nvPr>
            <p:ph type="body" idx="25"/>
          </p:nvPr>
        </p:nvSpPr>
        <p:spPr bwMode="gray">
          <a:xfrm>
            <a:off x="543697" y="1581370"/>
            <a:ext cx="1308822" cy="776861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9" name="Isosceles Triangle 38"/>
          <p:cNvSpPr/>
          <p:nvPr userDrawn="1"/>
        </p:nvSpPr>
        <p:spPr>
          <a:xfrm rot="5400000">
            <a:off x="1647577" y="1849407"/>
            <a:ext cx="845622" cy="247816"/>
          </a:xfrm>
          <a:prstGeom prst="triangle">
            <a:avLst/>
          </a:prstGeom>
          <a:solidFill>
            <a:srgbClr val="059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cxnSp>
        <p:nvCxnSpPr>
          <p:cNvPr id="19" name="Straight Connector 18"/>
          <p:cNvCxnSpPr/>
          <p:nvPr userDrawn="1"/>
        </p:nvCxnSpPr>
        <p:spPr bwMode="gray">
          <a:xfrm>
            <a:off x="6859708" y="1540426"/>
            <a:ext cx="301752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 bwMode="gray">
          <a:xfrm>
            <a:off x="2288862" y="1540426"/>
            <a:ext cx="4380996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0904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227209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title"/>
          </p:nvPr>
        </p:nvSpPr>
        <p:spPr bwMode="gray">
          <a:xfrm>
            <a:off x="128016" y="155448"/>
            <a:ext cx="8449056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11573" y="6474501"/>
            <a:ext cx="457268" cy="235867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155448" y="6457496"/>
            <a:ext cx="3646170" cy="269876"/>
          </a:xfrm>
          <a:prstGeom prst="rect">
            <a:avLst/>
          </a:prstGeom>
        </p:spPr>
        <p:txBody>
          <a:bodyPr wrap="none" lIns="0" tIns="0" rIns="0" bIns="0" anchor="ctr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©2023 Persistence Market Research, All Rights Reserved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" y="1073506"/>
            <a:ext cx="1837944" cy="528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953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580987" y="6423705"/>
            <a:ext cx="296241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533D74-6E55-D204-5EB6-5696279FACEA}"/>
              </a:ext>
            </a:extLst>
          </p:cNvPr>
          <p:cNvSpPr/>
          <p:nvPr userDrawn="1"/>
        </p:nvSpPr>
        <p:spPr>
          <a:xfrm>
            <a:off x="67377" y="770021"/>
            <a:ext cx="9991023" cy="144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F13E4A-8A6B-C68F-45AD-95195542B6E1}"/>
              </a:ext>
            </a:extLst>
          </p:cNvPr>
          <p:cNvSpPr/>
          <p:nvPr userDrawn="1"/>
        </p:nvSpPr>
        <p:spPr>
          <a:xfrm>
            <a:off x="67377" y="6351515"/>
            <a:ext cx="9991023" cy="578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666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 bwMode="gray">
          <a:xfrm>
            <a:off x="125730" y="152400"/>
            <a:ext cx="9765030" cy="723900"/>
          </a:xfrm>
          <a:prstGeom prst="rect">
            <a:avLst/>
          </a:prstGeom>
        </p:spPr>
        <p:txBody>
          <a:bodyPr vert="horz" lIns="0" tIns="91440" rIns="91440" bIns="9144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 bwMode="gray">
          <a:xfrm>
            <a:off x="125730" y="1257300"/>
            <a:ext cx="9765030" cy="4914900"/>
          </a:xfrm>
          <a:prstGeom prst="rect">
            <a:avLst/>
          </a:prstGeom>
        </p:spPr>
        <p:txBody>
          <a:bodyPr vert="horz" lIns="0" tIns="91440" rIns="91440" bIns="9144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3" name="Rectangle 32"/>
          <p:cNvSpPr/>
          <p:nvPr userDrawn="1"/>
        </p:nvSpPr>
        <p:spPr bwMode="gray">
          <a:xfrm>
            <a:off x="-1126778" y="876300"/>
            <a:ext cx="899524" cy="418887"/>
          </a:xfrm>
          <a:prstGeom prst="rect">
            <a:avLst/>
          </a:prstGeom>
          <a:solidFill>
            <a:srgbClr val="0082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4" name="Rectangle 33"/>
          <p:cNvSpPr/>
          <p:nvPr userDrawn="1"/>
        </p:nvSpPr>
        <p:spPr bwMode="gray">
          <a:xfrm>
            <a:off x="-1126778" y="1429857"/>
            <a:ext cx="899524" cy="418887"/>
          </a:xfrm>
          <a:prstGeom prst="rect">
            <a:avLst/>
          </a:prstGeom>
          <a:solidFill>
            <a:srgbClr val="6AAB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5" name="Rectangle 34"/>
          <p:cNvSpPr/>
          <p:nvPr userDrawn="1"/>
        </p:nvSpPr>
        <p:spPr bwMode="gray">
          <a:xfrm>
            <a:off x="-1126778" y="1983414"/>
            <a:ext cx="899524" cy="418887"/>
          </a:xfrm>
          <a:prstGeom prst="rect">
            <a:avLst/>
          </a:prstGeom>
          <a:solidFill>
            <a:srgbClr val="F79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angle 35"/>
          <p:cNvSpPr/>
          <p:nvPr userDrawn="1"/>
        </p:nvSpPr>
        <p:spPr bwMode="gray">
          <a:xfrm>
            <a:off x="-1126778" y="2536971"/>
            <a:ext cx="899524" cy="418887"/>
          </a:xfrm>
          <a:prstGeom prst="rect">
            <a:avLst/>
          </a:prstGeom>
          <a:solidFill>
            <a:srgbClr val="31C9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7" name="Rectangle 36"/>
          <p:cNvSpPr/>
          <p:nvPr userDrawn="1"/>
        </p:nvSpPr>
        <p:spPr bwMode="gray">
          <a:xfrm>
            <a:off x="-1126778" y="3090528"/>
            <a:ext cx="899524" cy="418887"/>
          </a:xfrm>
          <a:prstGeom prst="rect">
            <a:avLst/>
          </a:prstGeom>
          <a:solidFill>
            <a:srgbClr val="D25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8" name="Rectangle 37"/>
          <p:cNvSpPr/>
          <p:nvPr userDrawn="1"/>
        </p:nvSpPr>
        <p:spPr bwMode="gray">
          <a:xfrm>
            <a:off x="-1126778" y="3644085"/>
            <a:ext cx="899524" cy="418887"/>
          </a:xfrm>
          <a:prstGeom prst="rect">
            <a:avLst/>
          </a:prstGeom>
          <a:solidFill>
            <a:srgbClr val="9690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9" name="Rectangle 38"/>
          <p:cNvSpPr/>
          <p:nvPr userDrawn="1"/>
        </p:nvSpPr>
        <p:spPr bwMode="gray">
          <a:xfrm>
            <a:off x="-1126778" y="4197642"/>
            <a:ext cx="899524" cy="418887"/>
          </a:xfrm>
          <a:prstGeom prst="rect">
            <a:avLst/>
          </a:prstGeom>
          <a:solidFill>
            <a:srgbClr val="EEB6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40" name="Rectangle 39"/>
          <p:cNvSpPr/>
          <p:nvPr userDrawn="1"/>
        </p:nvSpPr>
        <p:spPr bwMode="gray">
          <a:xfrm>
            <a:off x="-1126778" y="4751199"/>
            <a:ext cx="899524" cy="418887"/>
          </a:xfrm>
          <a:prstGeom prst="rect">
            <a:avLst/>
          </a:prstGeom>
          <a:solidFill>
            <a:srgbClr val="1066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41" name="Rectangle 40"/>
          <p:cNvSpPr/>
          <p:nvPr userDrawn="1"/>
        </p:nvSpPr>
        <p:spPr bwMode="gray">
          <a:xfrm>
            <a:off x="-1126778" y="5304756"/>
            <a:ext cx="899524" cy="418887"/>
          </a:xfrm>
          <a:prstGeom prst="rect">
            <a:avLst/>
          </a:prstGeom>
          <a:solidFill>
            <a:srgbClr val="B1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42" name="Rectangle 41"/>
          <p:cNvSpPr/>
          <p:nvPr userDrawn="1"/>
        </p:nvSpPr>
        <p:spPr bwMode="gray">
          <a:xfrm>
            <a:off x="-1126778" y="5858313"/>
            <a:ext cx="899524" cy="418887"/>
          </a:xfrm>
          <a:prstGeom prst="rect">
            <a:avLst/>
          </a:prstGeom>
          <a:solidFill>
            <a:srgbClr val="867A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571" y="246242"/>
            <a:ext cx="1628189" cy="536216"/>
          </a:xfrm>
          <a:prstGeom prst="rect">
            <a:avLst/>
          </a:prstGeom>
        </p:spPr>
      </p:pic>
      <p:sp>
        <p:nvSpPr>
          <p:cNvPr id="31" name="Rectangle 30"/>
          <p:cNvSpPr/>
          <p:nvPr userDrawn="1"/>
        </p:nvSpPr>
        <p:spPr bwMode="gray">
          <a:xfrm>
            <a:off x="10243743" y="876300"/>
            <a:ext cx="899524" cy="418887"/>
          </a:xfrm>
          <a:prstGeom prst="rect">
            <a:avLst/>
          </a:prstGeom>
          <a:solidFill>
            <a:srgbClr val="27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3" name="Rectangle 52"/>
          <p:cNvSpPr/>
          <p:nvPr userDrawn="1"/>
        </p:nvSpPr>
        <p:spPr bwMode="gray">
          <a:xfrm>
            <a:off x="10243743" y="1429857"/>
            <a:ext cx="899524" cy="418887"/>
          </a:xfrm>
          <a:prstGeom prst="rect">
            <a:avLst/>
          </a:prstGeom>
          <a:solidFill>
            <a:srgbClr val="3B8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4" name="Rectangle 53"/>
          <p:cNvSpPr/>
          <p:nvPr userDrawn="1"/>
        </p:nvSpPr>
        <p:spPr bwMode="gray">
          <a:xfrm>
            <a:off x="10243743" y="1983414"/>
            <a:ext cx="899524" cy="418887"/>
          </a:xfrm>
          <a:prstGeom prst="rect">
            <a:avLst/>
          </a:prstGeom>
          <a:solidFill>
            <a:srgbClr val="5AA0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5" name="Rectangle 54"/>
          <p:cNvSpPr/>
          <p:nvPr userDrawn="1"/>
        </p:nvSpPr>
        <p:spPr bwMode="gray">
          <a:xfrm>
            <a:off x="10243743" y="2536971"/>
            <a:ext cx="899524" cy="418887"/>
          </a:xfrm>
          <a:prstGeom prst="rect">
            <a:avLst/>
          </a:prstGeom>
          <a:solidFill>
            <a:srgbClr val="69B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6" name="Rectangle 55"/>
          <p:cNvSpPr/>
          <p:nvPr userDrawn="1"/>
        </p:nvSpPr>
        <p:spPr bwMode="gray">
          <a:xfrm>
            <a:off x="10243743" y="3090528"/>
            <a:ext cx="899524" cy="418887"/>
          </a:xfrm>
          <a:prstGeom prst="rect">
            <a:avLst/>
          </a:prstGeom>
          <a:solidFill>
            <a:srgbClr val="79C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7" name="Rectangle 56"/>
          <p:cNvSpPr/>
          <p:nvPr userDrawn="1"/>
        </p:nvSpPr>
        <p:spPr bwMode="gray">
          <a:xfrm>
            <a:off x="10243743" y="3644085"/>
            <a:ext cx="899524" cy="418887"/>
          </a:xfrm>
          <a:prstGeom prst="rect">
            <a:avLst/>
          </a:prstGeom>
          <a:solidFill>
            <a:srgbClr val="585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8" name="Rectangle 57"/>
          <p:cNvSpPr/>
          <p:nvPr userDrawn="1"/>
        </p:nvSpPr>
        <p:spPr bwMode="gray">
          <a:xfrm>
            <a:off x="10243743" y="4197642"/>
            <a:ext cx="899524" cy="418887"/>
          </a:xfrm>
          <a:prstGeom prst="rect">
            <a:avLst/>
          </a:prstGeom>
          <a:solidFill>
            <a:srgbClr val="808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9" name="Rectangle 58"/>
          <p:cNvSpPr/>
          <p:nvPr userDrawn="1"/>
        </p:nvSpPr>
        <p:spPr bwMode="gray">
          <a:xfrm>
            <a:off x="10243743" y="4751199"/>
            <a:ext cx="899524" cy="418887"/>
          </a:xfrm>
          <a:prstGeom prst="rect">
            <a:avLst/>
          </a:prstGeom>
          <a:solidFill>
            <a:srgbClr val="9395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60" name="Rectangle 59"/>
          <p:cNvSpPr/>
          <p:nvPr userDrawn="1"/>
        </p:nvSpPr>
        <p:spPr bwMode="gray">
          <a:xfrm>
            <a:off x="10243743" y="5304756"/>
            <a:ext cx="899524" cy="418887"/>
          </a:xfrm>
          <a:prstGeom prst="rect">
            <a:avLst/>
          </a:prstGeom>
          <a:solidFill>
            <a:srgbClr val="BCBE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61" name="Rectangle 60"/>
          <p:cNvSpPr/>
          <p:nvPr userDrawn="1"/>
        </p:nvSpPr>
        <p:spPr bwMode="gray">
          <a:xfrm>
            <a:off x="10243743" y="5858313"/>
            <a:ext cx="899524" cy="418887"/>
          </a:xfrm>
          <a:prstGeom prst="rect">
            <a:avLst/>
          </a:prstGeom>
          <a:solidFill>
            <a:srgbClr val="D1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54080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6" r:id="rId2"/>
    <p:sldLayoutId id="2147483663" r:id="rId3"/>
    <p:sldLayoutId id="2147483672" r:id="rId4"/>
    <p:sldLayoutId id="2147483691" r:id="rId5"/>
    <p:sldLayoutId id="2147483662" r:id="rId6"/>
    <p:sldLayoutId id="2147483675" r:id="rId7"/>
    <p:sldLayoutId id="2147483664" r:id="rId8"/>
    <p:sldLayoutId id="2147483697" r:id="rId9"/>
    <p:sldLayoutId id="2147483677" r:id="rId10"/>
    <p:sldLayoutId id="2147483673" r:id="rId11"/>
    <p:sldLayoutId id="2147483678" r:id="rId12"/>
    <p:sldLayoutId id="2147483679" r:id="rId13"/>
    <p:sldLayoutId id="2147483682" r:id="rId14"/>
    <p:sldLayoutId id="2147483687" r:id="rId15"/>
    <p:sldLayoutId id="2147483688" r:id="rId16"/>
    <p:sldLayoutId id="2147483690" r:id="rId17"/>
    <p:sldLayoutId id="2147483689" r:id="rId18"/>
    <p:sldLayoutId id="2147483686" r:id="rId19"/>
    <p:sldLayoutId id="2147483683" r:id="rId20"/>
    <p:sldLayoutId id="2147483674" r:id="rId21"/>
    <p:sldLayoutId id="2147483680" r:id="rId22"/>
    <p:sldLayoutId id="2147483676" r:id="rId23"/>
    <p:sldLayoutId id="2147483681" r:id="rId24"/>
    <p:sldLayoutId id="2147483684" r:id="rId25"/>
    <p:sldLayoutId id="2147483692" r:id="rId26"/>
    <p:sldLayoutId id="2147483665" r:id="rId27"/>
    <p:sldLayoutId id="2147483693" r:id="rId28"/>
    <p:sldLayoutId id="2147483695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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q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 userDrawn="1">
          <p15:clr>
            <a:srgbClr val="F26B43"/>
          </p15:clr>
        </p15:guide>
        <p15:guide id="2" pos="79" userDrawn="1">
          <p15:clr>
            <a:srgbClr val="F26B43"/>
          </p15:clr>
        </p15:guide>
        <p15:guide id="3" pos="6230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orient="horz" pos="4008" userDrawn="1">
          <p15:clr>
            <a:srgbClr val="F26B43"/>
          </p15:clr>
        </p15:guide>
        <p15:guide id="6" orient="horz" pos="552" userDrawn="1">
          <p15:clr>
            <a:srgbClr val="F26B43"/>
          </p15:clr>
        </p15:guide>
        <p15:guide id="9" pos="3089" userDrawn="1">
          <p15:clr>
            <a:srgbClr val="F26B43"/>
          </p15:clr>
        </p15:guide>
        <p15:guide id="10" pos="3221" userDrawn="1">
          <p15:clr>
            <a:srgbClr val="F26B43"/>
          </p15:clr>
        </p15:guide>
        <p15:guide id="11" orient="horz" pos="672" userDrawn="1">
          <p15:clr>
            <a:srgbClr val="F26B43"/>
          </p15:clr>
        </p15:guide>
        <p15:guide id="12" orient="horz" pos="40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Content Placeholder 58"/>
          <p:cNvGraphicFramePr>
            <a:graphicFrameLocks noGrp="1"/>
          </p:cNvGraphicFramePr>
          <p:nvPr>
            <p:ph idx="17"/>
            <p:extLst>
              <p:ext uri="{D42A27DB-BD31-4B8C-83A1-F6EECF244321}">
                <p14:modId xmlns:p14="http://schemas.microsoft.com/office/powerpoint/2010/main" val="806201184"/>
              </p:ext>
            </p:extLst>
          </p:nvPr>
        </p:nvGraphicFramePr>
        <p:xfrm>
          <a:off x="5114549" y="1580497"/>
          <a:ext cx="4776787" cy="2265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3" name="Content Placeholder 62"/>
          <p:cNvGraphicFramePr>
            <a:graphicFrameLocks noGrp="1"/>
          </p:cNvGraphicFramePr>
          <p:nvPr>
            <p:ph idx="19"/>
            <p:extLst>
              <p:ext uri="{D42A27DB-BD31-4B8C-83A1-F6EECF244321}">
                <p14:modId xmlns:p14="http://schemas.microsoft.com/office/powerpoint/2010/main" val="1049693413"/>
              </p:ext>
            </p:extLst>
          </p:nvPr>
        </p:nvGraphicFramePr>
        <p:xfrm>
          <a:off x="5113338" y="4364038"/>
          <a:ext cx="4776787" cy="2157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26195" y="378048"/>
            <a:ext cx="8449056" cy="731520"/>
          </a:xfrm>
        </p:spPr>
        <p:txBody>
          <a:bodyPr/>
          <a:lstStyle/>
          <a:p>
            <a:r>
              <a:rPr lang="en-US" sz="2400" b="0" dirty="0">
                <a:latin typeface="Poppins" panose="00000500000000000000" pitchFamily="2" charset="0"/>
              </a:rPr>
              <a:t>Forged Automotive Components Market Outlook,</a:t>
            </a:r>
            <a:br>
              <a:rPr lang="en-US" sz="2400" b="0" dirty="0">
                <a:latin typeface="Poppins" panose="00000500000000000000" pitchFamily="2" charset="0"/>
              </a:rPr>
            </a:br>
            <a:r>
              <a:rPr lang="en-US" sz="2400" b="0" dirty="0">
                <a:latin typeface="Poppins" panose="00000500000000000000" pitchFamily="2" charset="0"/>
              </a:rPr>
              <a:t>2025-2032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12"/>
          </p:nvPr>
        </p:nvSpPr>
        <p:spPr>
          <a:xfrm>
            <a:off x="5114072" y="1027808"/>
            <a:ext cx="4777740" cy="470578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sz="2000" b="0">
                <a:latin typeface="Poppins" panose="00000500000000000000" pitchFamily="2" charset="0"/>
              </a:rPr>
              <a:t>Drug Class  </a:t>
            </a:r>
            <a:r>
              <a:rPr lang="en-US" sz="2000" b="0" dirty="0">
                <a:latin typeface="Poppins" panose="00000500000000000000" pitchFamily="2" charset="0"/>
              </a:rPr>
              <a:t>Share, 2025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6"/>
          </p:nvPr>
        </p:nvSpPr>
        <p:spPr>
          <a:xfrm>
            <a:off x="5113705" y="3791274"/>
            <a:ext cx="4777740" cy="470578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sz="2000" b="0">
                <a:latin typeface="Poppins" panose="00000500000000000000" pitchFamily="2" charset="0"/>
              </a:rPr>
              <a:t>Route of Administration </a:t>
            </a:r>
            <a:r>
              <a:rPr lang="en-US" sz="2000" b="0" dirty="0">
                <a:latin typeface="Poppins" panose="00000500000000000000" pitchFamily="2" charset="0"/>
              </a:rPr>
              <a:t>Share, 2025</a:t>
            </a:r>
          </a:p>
        </p:txBody>
      </p:sp>
      <p:sp>
        <p:nvSpPr>
          <p:cNvPr id="30" name="Flowchart: Process 29"/>
          <p:cNvSpPr/>
          <p:nvPr/>
        </p:nvSpPr>
        <p:spPr>
          <a:xfrm>
            <a:off x="226338" y="4261380"/>
            <a:ext cx="1355026" cy="1778740"/>
          </a:xfrm>
          <a:prstGeom prst="flowChartProcess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</a:endParaRPr>
          </a:p>
        </p:txBody>
      </p:sp>
      <p:sp>
        <p:nvSpPr>
          <p:cNvPr id="31" name="Flowchart: Process 30"/>
          <p:cNvSpPr/>
          <p:nvPr/>
        </p:nvSpPr>
        <p:spPr>
          <a:xfrm>
            <a:off x="1947499" y="3544962"/>
            <a:ext cx="1355026" cy="2495158"/>
          </a:xfrm>
          <a:prstGeom prst="flowChartProcess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</a:endParaRPr>
          </a:p>
        </p:txBody>
      </p:sp>
      <p:sp>
        <p:nvSpPr>
          <p:cNvPr id="32" name="Flowchart: Process 31"/>
          <p:cNvSpPr/>
          <p:nvPr/>
        </p:nvSpPr>
        <p:spPr>
          <a:xfrm>
            <a:off x="3563464" y="2641072"/>
            <a:ext cx="1355026" cy="3399048"/>
          </a:xfrm>
          <a:prstGeom prst="flowChartProcess">
            <a:avLst/>
          </a:prstGeom>
          <a:solidFill>
            <a:srgbClr val="22428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226481" y="4103902"/>
            <a:ext cx="1355027" cy="26104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947497" y="3409359"/>
            <a:ext cx="1355027" cy="26104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3563462" y="2501851"/>
            <a:ext cx="1355027" cy="26104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</a:endParaRPr>
          </a:p>
        </p:txBody>
      </p:sp>
      <p:cxnSp>
        <p:nvCxnSpPr>
          <p:cNvPr id="37" name="Elbow Connector 36"/>
          <p:cNvCxnSpPr/>
          <p:nvPr/>
        </p:nvCxnSpPr>
        <p:spPr>
          <a:xfrm flipV="1">
            <a:off x="1048408" y="3409359"/>
            <a:ext cx="1469059" cy="825066"/>
          </a:xfrm>
          <a:prstGeom prst="bentConnector4">
            <a:avLst>
              <a:gd name="adj1" fmla="val 495"/>
              <a:gd name="adj2" fmla="val 149671"/>
            </a:avLst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/>
          <p:nvPr/>
        </p:nvCxnSpPr>
        <p:spPr>
          <a:xfrm flipV="1">
            <a:off x="2619795" y="2576908"/>
            <a:ext cx="1615965" cy="825066"/>
          </a:xfrm>
          <a:prstGeom prst="bentConnector4">
            <a:avLst>
              <a:gd name="adj1" fmla="val 495"/>
              <a:gd name="adj2" fmla="val 154672"/>
            </a:avLst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99731" y="2544952"/>
            <a:ext cx="1432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3"/>
                </a:solidFill>
                <a:latin typeface="Poppins" panose="00000500000000000000" pitchFamily="2" charset="0"/>
              </a:rPr>
              <a:t>4.3%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06909" y="1634216"/>
            <a:ext cx="1356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3"/>
                </a:solidFill>
                <a:latin typeface="Poppins" panose="00000500000000000000" pitchFamily="2" charset="0"/>
              </a:rPr>
              <a:t>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418" y="1903468"/>
            <a:ext cx="1577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oppins" panose="00000500000000000000" pitchFamily="2" charset="0"/>
              </a:rPr>
              <a:t>Historical Growth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41298" y="1296308"/>
            <a:ext cx="2369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ppins" panose="00000500000000000000" pitchFamily="2" charset="0"/>
              </a:rPr>
              <a:t>CAGR 2025-2032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6195" y="4480812"/>
            <a:ext cx="1355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</a:rPr>
              <a:t>US$ </a:t>
            </a:r>
            <a:br>
              <a:rPr lang="en-US" b="1" dirty="0">
                <a:solidFill>
                  <a:schemeClr val="bg1"/>
                </a:solidFill>
                <a:latin typeface="Poppins" panose="00000500000000000000" pitchFamily="2" charset="0"/>
              </a:rPr>
            </a:br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</a:rPr>
              <a:t>525.5</a:t>
            </a:r>
            <a:br>
              <a:rPr lang="en-US" b="1" dirty="0">
                <a:solidFill>
                  <a:schemeClr val="bg1"/>
                </a:solidFill>
                <a:latin typeface="Poppins" panose="00000500000000000000" pitchFamily="2" charset="0"/>
              </a:rPr>
            </a:br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</a:rPr>
              <a:t>Mn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4446" y="3760042"/>
            <a:ext cx="1355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</a:rPr>
              <a:t>US$ 50.3 Bn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78401" y="2878326"/>
            <a:ext cx="1340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</a:rPr>
              <a:t>US$ 70.7 Bn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171" y="6086989"/>
            <a:ext cx="953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Poppins" panose="00000500000000000000" pitchFamily="2" charset="0"/>
              </a:rPr>
              <a:t>2019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45175" y="6086989"/>
            <a:ext cx="953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Poppins" panose="00000500000000000000" pitchFamily="2" charset="0"/>
              </a:rPr>
              <a:t>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57978" y="6086989"/>
            <a:ext cx="953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Poppins" panose="00000500000000000000" pitchFamily="2" charset="0"/>
              </a:rPr>
              <a:t>2032</a:t>
            </a:r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131296" y="6049431"/>
            <a:ext cx="4902200" cy="96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601970" y="2220000"/>
            <a:ext cx="22821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</a:rPr>
              <a:t>Immunotherapy</a:t>
            </a:r>
          </a:p>
          <a:p>
            <a:r>
              <a:rPr lang="en-US" sz="2400" b="1" dirty="0">
                <a:solidFill>
                  <a:schemeClr val="accent3"/>
                </a:solidFill>
                <a:latin typeface="Poppins" panose="00000500000000000000" pitchFamily="2" charset="0"/>
              </a:rPr>
              <a:t>48.6%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01970" y="4968309"/>
            <a:ext cx="1714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</a:rPr>
              <a:t>Oral</a:t>
            </a:r>
          </a:p>
          <a:p>
            <a:r>
              <a:rPr lang="en-US" sz="2400" b="1" dirty="0">
                <a:solidFill>
                  <a:schemeClr val="accent3"/>
                </a:solidFill>
                <a:latin typeface="Poppins" panose="00000500000000000000" pitchFamily="2" charset="0"/>
              </a:rPr>
              <a:t>70.2%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8A9B09-081A-F4DA-1863-8D5FD260853D}"/>
              </a:ext>
            </a:extLst>
          </p:cNvPr>
          <p:cNvSpPr/>
          <p:nvPr/>
        </p:nvSpPr>
        <p:spPr>
          <a:xfrm>
            <a:off x="82823" y="106465"/>
            <a:ext cx="9892755" cy="664507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89BDA63-8DBC-406A-AA23-4A8202CDBF5A}"/>
              </a:ext>
            </a:extLst>
          </p:cNvPr>
          <p:cNvCxnSpPr>
            <a:cxnSpLocks/>
          </p:cNvCxnSpPr>
          <p:nvPr/>
        </p:nvCxnSpPr>
        <p:spPr bwMode="gray">
          <a:xfrm>
            <a:off x="5526866" y="1540426"/>
            <a:ext cx="3953623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1268A3A-1A24-FFFD-D0D0-B877F10A30B0}"/>
              </a:ext>
            </a:extLst>
          </p:cNvPr>
          <p:cNvCxnSpPr>
            <a:cxnSpLocks/>
          </p:cNvCxnSpPr>
          <p:nvPr/>
        </p:nvCxnSpPr>
        <p:spPr bwMode="gray">
          <a:xfrm>
            <a:off x="5114182" y="4252200"/>
            <a:ext cx="4776787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049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72EAD-908F-917C-C1A6-BB077B90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A1B3A93-0C87-A7BC-E2C2-B122DEFD051E}"/>
              </a:ext>
            </a:extLst>
          </p:cNvPr>
          <p:cNvSpPr/>
          <p:nvPr/>
        </p:nvSpPr>
        <p:spPr>
          <a:xfrm>
            <a:off x="483476" y="5582653"/>
            <a:ext cx="9285733" cy="991402"/>
          </a:xfrm>
          <a:prstGeom prst="roundRect">
            <a:avLst>
              <a:gd name="adj" fmla="val 23463"/>
            </a:avLst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9DB109-BC98-F461-6E59-BEB00D87EC13}"/>
              </a:ext>
            </a:extLst>
          </p:cNvPr>
          <p:cNvSpPr txBox="1"/>
          <p:nvPr/>
        </p:nvSpPr>
        <p:spPr>
          <a:xfrm>
            <a:off x="792695" y="5382173"/>
            <a:ext cx="27540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Poppins" panose="00000500000000000000" pitchFamily="2" charset="0"/>
              </a:rPr>
              <a:t>Key Market Players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784C34B-F24C-EF19-73A7-B8DDD833FEA7}"/>
              </a:ext>
            </a:extLst>
          </p:cNvPr>
          <p:cNvSpPr/>
          <p:nvPr/>
        </p:nvSpPr>
        <p:spPr>
          <a:xfrm>
            <a:off x="746975" y="5538627"/>
            <a:ext cx="91440" cy="9144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C39C66B-8DFA-E3EE-B527-BA6992803129}"/>
              </a:ext>
            </a:extLst>
          </p:cNvPr>
          <p:cNvSpPr/>
          <p:nvPr/>
        </p:nvSpPr>
        <p:spPr>
          <a:xfrm>
            <a:off x="3455276" y="5536508"/>
            <a:ext cx="91440" cy="9144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D3FD79-88F1-A96B-7577-661EE3A7006A}"/>
              </a:ext>
            </a:extLst>
          </p:cNvPr>
          <p:cNvSpPr txBox="1"/>
          <p:nvPr/>
        </p:nvSpPr>
        <p:spPr>
          <a:xfrm>
            <a:off x="746976" y="5782283"/>
            <a:ext cx="8676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Poppins" panose="00000500000000000000" pitchFamily="2" charset="0"/>
              </a:rPr>
              <a:t>Novartis AG,  Pfizer, Sanofi,  Boehringer Ingelheim International GmbH, Teva Pharmaceuticals, etc.</a:t>
            </a:r>
            <a:endParaRPr lang="en-US" dirty="0">
              <a:latin typeface="Poppins" panose="00000500000000000000" pitchFamily="2" charset="0"/>
            </a:endParaRPr>
          </a:p>
        </p:txBody>
      </p:sp>
      <p:pic>
        <p:nvPicPr>
          <p:cNvPr id="3" name="Picture 2" descr="A logo of a white circle and three stripes&#10;&#10;Description automatically generated with medium confidence">
            <a:extLst>
              <a:ext uri="{FF2B5EF4-FFF2-40B4-BE49-F238E27FC236}">
                <a16:creationId xmlns:a16="http://schemas.microsoft.com/office/drawing/2014/main" id="{D59481A2-AC09-3A3A-6C4A-598E41556B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56" r="637" b="14601"/>
          <a:stretch/>
        </p:blipFill>
        <p:spPr>
          <a:xfrm>
            <a:off x="21167" y="1159377"/>
            <a:ext cx="9980887" cy="431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B1AEF3-D81E-E6D6-26BD-7C48AD0F22FD}"/>
              </a:ext>
            </a:extLst>
          </p:cNvPr>
          <p:cNvSpPr txBox="1"/>
          <p:nvPr/>
        </p:nvSpPr>
        <p:spPr>
          <a:xfrm>
            <a:off x="3794234" y="1716324"/>
            <a:ext cx="1140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Poppins" panose="00000500000000000000" pitchFamily="2" charset="0"/>
              </a:rPr>
              <a:t>Leading Category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67D916-03F7-D828-9519-B88155F9777F}"/>
              </a:ext>
            </a:extLst>
          </p:cNvPr>
          <p:cNvSpPr txBox="1"/>
          <p:nvPr/>
        </p:nvSpPr>
        <p:spPr>
          <a:xfrm>
            <a:off x="3794234" y="2980641"/>
            <a:ext cx="1057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Poppins" panose="00000500000000000000" pitchFamily="2" charset="0"/>
              </a:rPr>
              <a:t>Fastest Growth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86C93-BC52-5AEE-5F4D-1F326C23505F}"/>
              </a:ext>
            </a:extLst>
          </p:cNvPr>
          <p:cNvSpPr txBox="1"/>
          <p:nvPr/>
        </p:nvSpPr>
        <p:spPr>
          <a:xfrm>
            <a:off x="3794234" y="4233939"/>
            <a:ext cx="1057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Poppins" panose="00000500000000000000" pitchFamily="2" charset="0"/>
              </a:rPr>
              <a:t>Key Trends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8DF80B-9FFE-514A-46BF-1FB435DBDE15}"/>
              </a:ext>
            </a:extLst>
          </p:cNvPr>
          <p:cNvSpPr/>
          <p:nvPr/>
        </p:nvSpPr>
        <p:spPr>
          <a:xfrm>
            <a:off x="4934521" y="1475988"/>
            <a:ext cx="3950400" cy="1003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Poppins" panose="00000500000000000000" pitchFamily="2" charset="0"/>
              </a:rPr>
              <a:t>North America to hold 36.7% of the 2024 </a:t>
            </a:r>
            <a:r>
              <a:rPr lang="en-US" sz="1600" dirty="0">
                <a:solidFill>
                  <a:schemeClr val="tx1"/>
                </a:solidFill>
                <a:latin typeface="Poppins" panose="00000500000000000000" pitchFamily="2" charset="0"/>
              </a:rPr>
              <a:t>market, driven by fibrosis cases, R&amp;D, and healthcare.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8BA657-0549-D74C-DC7D-DF0E09765233}"/>
              </a:ext>
            </a:extLst>
          </p:cNvPr>
          <p:cNvSpPr/>
          <p:nvPr/>
        </p:nvSpPr>
        <p:spPr>
          <a:xfrm>
            <a:off x="4936961" y="2740305"/>
            <a:ext cx="4008919" cy="1003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Poppins" panose="00000500000000000000" pitchFamily="2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Poppins" panose="00000500000000000000" pitchFamily="2" charset="0"/>
              </a:rPr>
              <a:t>mmunotherapy</a:t>
            </a:r>
            <a:r>
              <a:rPr lang="en-US" sz="1600" dirty="0">
                <a:solidFill>
                  <a:schemeClr val="tx1"/>
                </a:solidFill>
                <a:latin typeface="Poppins" panose="00000500000000000000" pitchFamily="2" charset="0"/>
              </a:rPr>
              <a:t> to grow at </a:t>
            </a:r>
            <a:r>
              <a:rPr lang="en-US" sz="1600" b="1" dirty="0">
                <a:solidFill>
                  <a:schemeClr val="tx1"/>
                </a:solidFill>
                <a:latin typeface="Poppins" panose="00000500000000000000" pitchFamily="2" charset="0"/>
              </a:rPr>
              <a:t>7.5% CAGR (2019-2024)</a:t>
            </a:r>
            <a:r>
              <a:rPr lang="en-US" sz="1600" dirty="0">
                <a:solidFill>
                  <a:schemeClr val="tx1"/>
                </a:solidFill>
                <a:latin typeface="Poppins" panose="00000500000000000000" pitchFamily="2" charset="0"/>
              </a:rPr>
              <a:t> due to efficacy, biologics demand, and adoption.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163F2B-B105-9FFF-459A-CB890CAA62F8}"/>
              </a:ext>
            </a:extLst>
          </p:cNvPr>
          <p:cNvSpPr/>
          <p:nvPr/>
        </p:nvSpPr>
        <p:spPr>
          <a:xfrm>
            <a:off x="4936962" y="3993603"/>
            <a:ext cx="4008918" cy="1003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Poppins" panose="00000500000000000000" pitchFamily="2" charset="0"/>
              </a:rPr>
              <a:t>Advancements in </a:t>
            </a:r>
            <a:r>
              <a:rPr lang="en-US" sz="1600" b="1" dirty="0">
                <a:solidFill>
                  <a:schemeClr val="tx1"/>
                </a:solidFill>
                <a:latin typeface="Poppins" panose="00000500000000000000" pitchFamily="2" charset="0"/>
              </a:rPr>
              <a:t>drug delivery enhancing efficacy </a:t>
            </a:r>
            <a:r>
              <a:rPr lang="en-US" sz="1600" dirty="0">
                <a:solidFill>
                  <a:schemeClr val="tx1"/>
                </a:solidFill>
                <a:latin typeface="Poppins" panose="00000500000000000000" pitchFamily="2" charset="0"/>
              </a:rPr>
              <a:t>and patient compliance</a:t>
            </a:r>
          </a:p>
        </p:txBody>
      </p:sp>
      <p:pic>
        <p:nvPicPr>
          <p:cNvPr id="32" name="Picture 31" descr="A blue and white map of the world&#10;&#10;Description automatically generated">
            <a:extLst>
              <a:ext uri="{FF2B5EF4-FFF2-40B4-BE49-F238E27FC236}">
                <a16:creationId xmlns:a16="http://schemas.microsoft.com/office/drawing/2014/main" id="{5A743632-0154-CDDD-2EFD-4A943281C8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78" t="10342" r="13165" b="14624"/>
          <a:stretch/>
        </p:blipFill>
        <p:spPr>
          <a:xfrm>
            <a:off x="319392" y="2335863"/>
            <a:ext cx="2912517" cy="18487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C310CDB-D54F-C4B1-8106-0DCA795F2BE6}"/>
              </a:ext>
            </a:extLst>
          </p:cNvPr>
          <p:cNvSpPr/>
          <p:nvPr/>
        </p:nvSpPr>
        <p:spPr>
          <a:xfrm>
            <a:off x="82823" y="106465"/>
            <a:ext cx="9892755" cy="664507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349C1B81-A7B3-FAC1-82B8-304E5481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95" y="378048"/>
            <a:ext cx="8449056" cy="731520"/>
          </a:xfrm>
        </p:spPr>
        <p:txBody>
          <a:bodyPr/>
          <a:lstStyle/>
          <a:p>
            <a:r>
              <a:rPr lang="en-US" sz="2400" b="0" dirty="0">
                <a:latin typeface="Poppins" panose="00000500000000000000" pitchFamily="2" charset="0"/>
              </a:rPr>
              <a:t>Cutaneous Fibrosis Treatment Market Insights and </a:t>
            </a:r>
            <a:br>
              <a:rPr lang="en-US" sz="2400" b="0" dirty="0">
                <a:latin typeface="Poppins" panose="00000500000000000000" pitchFamily="2" charset="0"/>
              </a:rPr>
            </a:br>
            <a:r>
              <a:rPr lang="en-US" sz="2400" b="0" dirty="0">
                <a:latin typeface="Poppins" panose="00000500000000000000" pitchFamily="2" charset="0"/>
              </a:rPr>
              <a:t>Key Trends</a:t>
            </a:r>
          </a:p>
        </p:txBody>
      </p:sp>
    </p:spTree>
    <p:extLst>
      <p:ext uri="{BB962C8B-B14F-4D97-AF65-F5344CB8AC3E}">
        <p14:creationId xmlns:p14="http://schemas.microsoft.com/office/powerpoint/2010/main" val="2432047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313B89"/>
      </a:accent1>
      <a:accent2>
        <a:srgbClr val="6AAB65"/>
      </a:accent2>
      <a:accent3>
        <a:srgbClr val="F79007"/>
      </a:accent3>
      <a:accent4>
        <a:srgbClr val="31C9C5"/>
      </a:accent4>
      <a:accent5>
        <a:srgbClr val="D25C5F"/>
      </a:accent5>
      <a:accent6>
        <a:srgbClr val="9690A6"/>
      </a:accent6>
      <a:hlink>
        <a:srgbClr val="EEB66B"/>
      </a:hlink>
      <a:folHlink>
        <a:srgbClr val="10667E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#12 Persistence Market Research (11-7.5)" id="{1406D557-921F-4164-89E7-4142B07638CA}" vid="{9C849A73-DC93-4FED-A1A2-23146B68FC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2D8009F04F444B0D43FBD62B2B82F" ma:contentTypeVersion="9" ma:contentTypeDescription="Create a new document." ma:contentTypeScope="" ma:versionID="7a4d704715b838c1882500b7bc481447">
  <xsd:schema xmlns:xsd="http://www.w3.org/2001/XMLSchema" xmlns:xs="http://www.w3.org/2001/XMLSchema" xmlns:p="http://schemas.microsoft.com/office/2006/metadata/properties" xmlns:ns2="76355212-a3e0-4d98-b050-e20c882811bc" xmlns:ns3="cdeb4b5d-1125-4327-8bc8-6344f42013d1" targetNamespace="http://schemas.microsoft.com/office/2006/metadata/properties" ma:root="true" ma:fieldsID="d386158cdd698ae4e567c6a408586ce7" ns2:_="" ns3:_="">
    <xsd:import namespace="76355212-a3e0-4d98-b050-e20c882811bc"/>
    <xsd:import namespace="cdeb4b5d-1125-4327-8bc8-6344f42013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355212-a3e0-4d98-b050-e20c882811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23a5bac-4054-4065-80ac-653f387576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eb4b5d-1125-4327-8bc8-6344f42013d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c54f319-cb51-4611-8803-9ea4660defca}" ma:internalName="TaxCatchAll" ma:showField="CatchAllData" ma:web="cdeb4b5d-1125-4327-8bc8-6344f42013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eb4b5d-1125-4327-8bc8-6344f42013d1" xsi:nil="true"/>
    <lcf76f155ced4ddcb4097134ff3c332f xmlns="76355212-a3e0-4d98-b050-e20c882811b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12081B2-8E26-4826-A75A-C443748563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355212-a3e0-4d98-b050-e20c882811bc"/>
    <ds:schemaRef ds:uri="cdeb4b5d-1125-4327-8bc8-6344f42013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429BDC-1378-41B2-89DF-FAF3879851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7D5EF7-B5BD-4413-A9DD-0A3465172B2E}">
  <ds:schemaRefs>
    <ds:schemaRef ds:uri="cdeb4b5d-1125-4327-8bc8-6344f42013d1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76355212-a3e0-4d98-b050-e20c882811bc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#12 Persistence Market Research (11-7.5)</Template>
  <TotalTime>5973</TotalTime>
  <Words>137</Words>
  <Application>Microsoft Office PowerPoint</Application>
  <PresentationFormat>Custom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Courier New</vt:lpstr>
      <vt:lpstr>Poppins</vt:lpstr>
      <vt:lpstr>Wingdings</vt:lpstr>
      <vt:lpstr>Office Theme</vt:lpstr>
      <vt:lpstr>Forged Automotive Components Market Outlook, 2025-2032</vt:lpstr>
      <vt:lpstr>Cutaneous Fibrosis Treatment Market Insights and  Key Trends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Page Heading</dc:title>
  <dc:creator>PMR</dc:creator>
  <cp:lastModifiedBy>Graphic Artist</cp:lastModifiedBy>
  <cp:revision>1705</cp:revision>
  <dcterms:created xsi:type="dcterms:W3CDTF">2023-01-19T09:32:39Z</dcterms:created>
  <dcterms:modified xsi:type="dcterms:W3CDTF">2025-03-12T11:30:21Z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0x0101004D82D8009F04F444B0D43FBD62B2B82F</vt:lpwstr>
  </property>
</Properties>
</file>